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9"/>
  </p:notesMasterIdLst>
  <p:sldIdLst>
    <p:sldId id="256" r:id="rId2"/>
    <p:sldId id="312" r:id="rId3"/>
    <p:sldId id="259" r:id="rId4"/>
    <p:sldId id="280" r:id="rId5"/>
    <p:sldId id="279" r:id="rId6"/>
    <p:sldId id="282" r:id="rId7"/>
    <p:sldId id="288" r:id="rId8"/>
  </p:sldIdLst>
  <p:sldSz cx="9144000" cy="5143500" type="screen16x9"/>
  <p:notesSz cx="6858000" cy="9144000"/>
  <p:embeddedFontLst>
    <p:embeddedFont>
      <p:font typeface="Play" panose="020B0604020202020204" charset="0"/>
      <p:regular r:id="rId10"/>
      <p:bold r:id="rId11"/>
    </p:embeddedFont>
    <p:embeddedFont>
      <p:font typeface="Source Sans Pro" panose="020B0503030403020204" pitchFamily="3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11">
          <p15:clr>
            <a:srgbClr val="EA4335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33C65A-F020-4F90-9968-5DA374539872}">
  <a:tblStyle styleId="{FE33C65A-F020-4F90-9968-5DA37453987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490" y="86"/>
      </p:cViewPr>
      <p:guideLst>
        <p:guide pos="531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Google Shape;2635;g10b651380e3_0_1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6" name="Google Shape;2636;g10b651380e3_0_1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3" name="Google Shape;2663;g10b651380e3_0_1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4" name="Google Shape;2664;g10b651380e3_0_1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3" name="Google Shape;2663;g10b651380e3_0_1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4" name="Google Shape;2664;g10b651380e3_0_1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8" name="Google Shape;3278;g10a69f07881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9" name="Google Shape;3279;g10a69f07881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9" name="Google Shape;3229;g10a69f07881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0" name="Google Shape;3230;g10a69f07881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9" name="Google Shape;3299;g10a69f07881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0" name="Google Shape;3300;g10a69f07881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3" name="Google Shape;3413;g10a9ee379fb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4" name="Google Shape;3414;g10a9ee379fb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82800" y="1285125"/>
            <a:ext cx="6578400" cy="22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1pPr>
            <a:lvl2pPr lvl="1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211600" y="3865700"/>
            <a:ext cx="4720800" cy="3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3640848" y="2185426"/>
            <a:ext cx="4088811" cy="4088811"/>
            <a:chOff x="-3640848" y="2185426"/>
            <a:chExt cx="4088811" cy="4088811"/>
          </a:xfrm>
        </p:grpSpPr>
        <p:sp>
          <p:nvSpPr>
            <p:cNvPr id="12" name="Google Shape;12;p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-2722250" y="-1079764"/>
            <a:ext cx="3769563" cy="11358057"/>
            <a:chOff x="-2722250" y="-1079764"/>
            <a:chExt cx="3769563" cy="11358057"/>
          </a:xfrm>
        </p:grpSpPr>
        <p:sp>
          <p:nvSpPr>
            <p:cNvPr id="15" name="Google Shape;15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2"/>
          <p:cNvGrpSpPr/>
          <p:nvPr/>
        </p:nvGrpSpPr>
        <p:grpSpPr>
          <a:xfrm>
            <a:off x="746900" y="-550225"/>
            <a:ext cx="1982975" cy="2013575"/>
            <a:chOff x="746900" y="-550225"/>
            <a:chExt cx="1982975" cy="2013575"/>
          </a:xfrm>
        </p:grpSpPr>
        <p:sp>
          <p:nvSpPr>
            <p:cNvPr id="30" name="Google Shape;30;p2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/>
            <a:lstStyle/>
            <a:p>
              <a:endParaRPr lang="bg-BG"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746900" y="1312750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579275" y="-55022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34" name="Google Shape;34;p2"/>
          <p:cNvGrpSpPr/>
          <p:nvPr/>
        </p:nvGrpSpPr>
        <p:grpSpPr>
          <a:xfrm>
            <a:off x="8129425" y="2555026"/>
            <a:ext cx="4222888" cy="4088811"/>
            <a:chOff x="8129425" y="2555026"/>
            <a:chExt cx="4222888" cy="4088811"/>
          </a:xfrm>
        </p:grpSpPr>
        <p:sp>
          <p:nvSpPr>
            <p:cNvPr id="35" name="Google Shape;35;p2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2"/>
          <p:cNvGrpSpPr/>
          <p:nvPr/>
        </p:nvGrpSpPr>
        <p:grpSpPr>
          <a:xfrm>
            <a:off x="8430775" y="-2181926"/>
            <a:ext cx="2504551" cy="4575301"/>
            <a:chOff x="8430775" y="-2181926"/>
            <a:chExt cx="2504551" cy="4575301"/>
          </a:xfrm>
        </p:grpSpPr>
        <p:sp>
          <p:nvSpPr>
            <p:cNvPr id="44" name="Google Shape;44;p2"/>
            <p:cNvSpPr/>
            <p:nvPr/>
          </p:nvSpPr>
          <p:spPr>
            <a:xfrm rot="10800000">
              <a:off x="8538272" y="-2181926"/>
              <a:ext cx="2397054" cy="4463204"/>
            </a:xfrm>
            <a:custGeom>
              <a:avLst/>
              <a:gdLst/>
              <a:ahLst/>
              <a:cxnLst/>
              <a:rect l="l" t="t" r="r" b="b"/>
              <a:pathLst>
                <a:path w="37473" h="69773" fill="none" extrusionOk="0">
                  <a:moveTo>
                    <a:pt x="0" y="69773"/>
                  </a:moveTo>
                  <a:lnTo>
                    <a:pt x="30223" y="39550"/>
                  </a:lnTo>
                  <a:lnTo>
                    <a:pt x="30223" y="7230"/>
                  </a:lnTo>
                  <a:lnTo>
                    <a:pt x="37473" y="1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8430775" y="224277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 rot="10800000">
              <a:off x="8538272" y="-2181926"/>
              <a:ext cx="2397054" cy="4463204"/>
            </a:xfrm>
            <a:custGeom>
              <a:avLst/>
              <a:gdLst/>
              <a:ahLst/>
              <a:cxnLst/>
              <a:rect l="l" t="t" r="r" b="b"/>
              <a:pathLst>
                <a:path w="37473" h="69773" fill="none" extrusionOk="0">
                  <a:moveTo>
                    <a:pt x="0" y="69773"/>
                  </a:moveTo>
                  <a:lnTo>
                    <a:pt x="30223" y="39550"/>
                  </a:lnTo>
                  <a:lnTo>
                    <a:pt x="30223" y="7230"/>
                  </a:lnTo>
                  <a:lnTo>
                    <a:pt x="37473" y="1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8430775" y="224277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" name="Google Shape;48;p2"/>
          <p:cNvGrpSpPr/>
          <p:nvPr/>
        </p:nvGrpSpPr>
        <p:grpSpPr>
          <a:xfrm rot="10800000" flipH="1">
            <a:off x="4980106" y="-10605742"/>
            <a:ext cx="3769563" cy="11358057"/>
            <a:chOff x="-2722250" y="-1079764"/>
            <a:chExt cx="3769563" cy="11358057"/>
          </a:xfrm>
        </p:grpSpPr>
        <p:sp>
          <p:nvSpPr>
            <p:cNvPr id="49" name="Google Shape;49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grpSp>
        <p:nvGrpSpPr>
          <p:cNvPr id="365" name="Google Shape;365;p6"/>
          <p:cNvGrpSpPr/>
          <p:nvPr/>
        </p:nvGrpSpPr>
        <p:grpSpPr>
          <a:xfrm>
            <a:off x="8681163" y="-2011948"/>
            <a:ext cx="3721951" cy="12135923"/>
            <a:chOff x="-3170262" y="3452177"/>
            <a:chExt cx="3721951" cy="12135923"/>
          </a:xfrm>
        </p:grpSpPr>
        <p:sp>
          <p:nvSpPr>
            <p:cNvPr id="366" name="Google Shape;366;p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" name="Google Shape;420;p6"/>
          <p:cNvGrpSpPr/>
          <p:nvPr/>
        </p:nvGrpSpPr>
        <p:grpSpPr>
          <a:xfrm>
            <a:off x="-3325500" y="-70089"/>
            <a:ext cx="3769563" cy="11358057"/>
            <a:chOff x="-2722250" y="-1079764"/>
            <a:chExt cx="3769563" cy="11358057"/>
          </a:xfrm>
        </p:grpSpPr>
        <p:sp>
          <p:nvSpPr>
            <p:cNvPr id="421" name="Google Shape;421;p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" name="Google Shape;435;p6"/>
          <p:cNvGrpSpPr/>
          <p:nvPr/>
        </p:nvGrpSpPr>
        <p:grpSpPr>
          <a:xfrm rot="10800000">
            <a:off x="614519" y="-1255848"/>
            <a:ext cx="1982975" cy="2013575"/>
            <a:chOff x="746900" y="-550225"/>
            <a:chExt cx="1982975" cy="2013575"/>
          </a:xfrm>
        </p:grpSpPr>
        <p:sp>
          <p:nvSpPr>
            <p:cNvPr id="436" name="Google Shape;436;p6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/>
            <a:lstStyle/>
            <a:p>
              <a:endParaRPr lang="bg-BG"/>
            </a:p>
          </p:txBody>
        </p:sp>
        <p:sp>
          <p:nvSpPr>
            <p:cNvPr id="437" name="Google Shape;437;p6"/>
            <p:cNvSpPr/>
            <p:nvPr/>
          </p:nvSpPr>
          <p:spPr>
            <a:xfrm>
              <a:off x="746900" y="1312750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6"/>
            <p:cNvSpPr/>
            <p:nvPr/>
          </p:nvSpPr>
          <p:spPr>
            <a:xfrm>
              <a:off x="2579275" y="-55022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6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bg-BG"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13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705" name="Google Shape;705;p13"/>
          <p:cNvSpPr txBox="1">
            <a:spLocks noGrp="1"/>
          </p:cNvSpPr>
          <p:nvPr>
            <p:ph type="subTitle" idx="1"/>
          </p:nvPr>
        </p:nvSpPr>
        <p:spPr>
          <a:xfrm>
            <a:off x="1975600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6" name="Google Shape;706;p13"/>
          <p:cNvSpPr txBox="1">
            <a:spLocks noGrp="1"/>
          </p:cNvSpPr>
          <p:nvPr>
            <p:ph type="subTitle" idx="2"/>
          </p:nvPr>
        </p:nvSpPr>
        <p:spPr>
          <a:xfrm>
            <a:off x="1975600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07" name="Google Shape;707;p13"/>
          <p:cNvSpPr txBox="1">
            <a:spLocks noGrp="1"/>
          </p:cNvSpPr>
          <p:nvPr>
            <p:ph type="title" idx="3" hasCustomPrompt="1"/>
          </p:nvPr>
        </p:nvSpPr>
        <p:spPr>
          <a:xfrm>
            <a:off x="1049261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08" name="Google Shape;708;p13"/>
          <p:cNvSpPr txBox="1">
            <a:spLocks noGrp="1"/>
          </p:cNvSpPr>
          <p:nvPr>
            <p:ph type="title" idx="4" hasCustomPrompt="1"/>
          </p:nvPr>
        </p:nvSpPr>
        <p:spPr>
          <a:xfrm>
            <a:off x="4904736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09" name="Google Shape;709;p13"/>
          <p:cNvSpPr txBox="1">
            <a:spLocks noGrp="1"/>
          </p:cNvSpPr>
          <p:nvPr>
            <p:ph type="title" idx="5" hasCustomPrompt="1"/>
          </p:nvPr>
        </p:nvSpPr>
        <p:spPr>
          <a:xfrm>
            <a:off x="1049261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10" name="Google Shape;710;p13"/>
          <p:cNvSpPr txBox="1">
            <a:spLocks noGrp="1"/>
          </p:cNvSpPr>
          <p:nvPr>
            <p:ph type="title" idx="6" hasCustomPrompt="1"/>
          </p:nvPr>
        </p:nvSpPr>
        <p:spPr>
          <a:xfrm>
            <a:off x="4904736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11" name="Google Shape;711;p13"/>
          <p:cNvSpPr txBox="1">
            <a:spLocks noGrp="1"/>
          </p:cNvSpPr>
          <p:nvPr>
            <p:ph type="subTitle" idx="7"/>
          </p:nvPr>
        </p:nvSpPr>
        <p:spPr>
          <a:xfrm>
            <a:off x="1975600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2" name="Google Shape;712;p13"/>
          <p:cNvSpPr txBox="1">
            <a:spLocks noGrp="1"/>
          </p:cNvSpPr>
          <p:nvPr>
            <p:ph type="subTitle" idx="8"/>
          </p:nvPr>
        </p:nvSpPr>
        <p:spPr>
          <a:xfrm>
            <a:off x="1975600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13" name="Google Shape;713;p13"/>
          <p:cNvSpPr txBox="1">
            <a:spLocks noGrp="1"/>
          </p:cNvSpPr>
          <p:nvPr>
            <p:ph type="subTitle" idx="9"/>
          </p:nvPr>
        </p:nvSpPr>
        <p:spPr>
          <a:xfrm>
            <a:off x="5831075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4" name="Google Shape;714;p13"/>
          <p:cNvSpPr txBox="1">
            <a:spLocks noGrp="1"/>
          </p:cNvSpPr>
          <p:nvPr>
            <p:ph type="subTitle" idx="13"/>
          </p:nvPr>
        </p:nvSpPr>
        <p:spPr>
          <a:xfrm>
            <a:off x="5831075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15" name="Google Shape;715;p13"/>
          <p:cNvSpPr txBox="1">
            <a:spLocks noGrp="1"/>
          </p:cNvSpPr>
          <p:nvPr>
            <p:ph type="subTitle" idx="14"/>
          </p:nvPr>
        </p:nvSpPr>
        <p:spPr>
          <a:xfrm>
            <a:off x="5831075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13"/>
          <p:cNvSpPr txBox="1">
            <a:spLocks noGrp="1"/>
          </p:cNvSpPr>
          <p:nvPr>
            <p:ph type="subTitle" idx="15"/>
          </p:nvPr>
        </p:nvSpPr>
        <p:spPr>
          <a:xfrm>
            <a:off x="5831075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grpSp>
        <p:nvGrpSpPr>
          <p:cNvPr id="717" name="Google Shape;717;p13"/>
          <p:cNvGrpSpPr/>
          <p:nvPr/>
        </p:nvGrpSpPr>
        <p:grpSpPr>
          <a:xfrm>
            <a:off x="-3130987" y="-4899154"/>
            <a:ext cx="3721951" cy="12135923"/>
            <a:chOff x="-3170262" y="3452177"/>
            <a:chExt cx="3721951" cy="12135923"/>
          </a:xfrm>
        </p:grpSpPr>
        <p:sp>
          <p:nvSpPr>
            <p:cNvPr id="718" name="Google Shape;718;p13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13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13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13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13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13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13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13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13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13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13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13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13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13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13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13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13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13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13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13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13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13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13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13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13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13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13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13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13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13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13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13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13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13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13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13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13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13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13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13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13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13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13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13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13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13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13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13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13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13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3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3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3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13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13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13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4" name="Google Shape;774;p13"/>
          <p:cNvGrpSpPr/>
          <p:nvPr/>
        </p:nvGrpSpPr>
        <p:grpSpPr>
          <a:xfrm flipH="1">
            <a:off x="6309193" y="4399246"/>
            <a:ext cx="3769563" cy="11358057"/>
            <a:chOff x="-2722250" y="-1079764"/>
            <a:chExt cx="3769563" cy="11358057"/>
          </a:xfrm>
        </p:grpSpPr>
        <p:sp>
          <p:nvSpPr>
            <p:cNvPr id="775" name="Google Shape;775;p13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13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13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3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13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13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13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13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13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13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13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13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13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13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9" name="Google Shape;789;p13"/>
          <p:cNvGrpSpPr/>
          <p:nvPr/>
        </p:nvGrpSpPr>
        <p:grpSpPr>
          <a:xfrm>
            <a:off x="8626375" y="-2137135"/>
            <a:ext cx="618526" cy="5831511"/>
            <a:chOff x="8626375" y="-2137135"/>
            <a:chExt cx="618526" cy="5831511"/>
          </a:xfrm>
        </p:grpSpPr>
        <p:sp>
          <p:nvSpPr>
            <p:cNvPr id="790" name="Google Shape;790;p13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13"/>
            <p:cNvSpPr/>
            <p:nvPr/>
          </p:nvSpPr>
          <p:spPr>
            <a:xfrm rot="-5400000">
              <a:off x="8403006" y="1365179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13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13"/>
            <p:cNvSpPr/>
            <p:nvPr/>
          </p:nvSpPr>
          <p:spPr>
            <a:xfrm rot="-5400000">
              <a:off x="8403006" y="1365179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4" name="Google Shape;794;p13"/>
          <p:cNvGrpSpPr/>
          <p:nvPr/>
        </p:nvGrpSpPr>
        <p:grpSpPr>
          <a:xfrm>
            <a:off x="851178" y="3217515"/>
            <a:ext cx="3146276" cy="3021722"/>
            <a:chOff x="851178" y="3217515"/>
            <a:chExt cx="3146276" cy="3021722"/>
          </a:xfrm>
        </p:grpSpPr>
        <p:sp>
          <p:nvSpPr>
            <p:cNvPr id="795" name="Google Shape;795;p13"/>
            <p:cNvSpPr/>
            <p:nvPr/>
          </p:nvSpPr>
          <p:spPr>
            <a:xfrm rot="-8116073">
              <a:off x="1306773" y="376902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13"/>
            <p:cNvSpPr/>
            <p:nvPr/>
          </p:nvSpPr>
          <p:spPr>
            <a:xfrm rot="5400000">
              <a:off x="851178" y="4503372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13"/>
            <p:cNvSpPr/>
            <p:nvPr/>
          </p:nvSpPr>
          <p:spPr>
            <a:xfrm rot="-8116073">
              <a:off x="1306773" y="376902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13"/>
            <p:cNvSpPr/>
            <p:nvPr/>
          </p:nvSpPr>
          <p:spPr>
            <a:xfrm rot="5400000">
              <a:off x="851178" y="4503372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CUSTOM_2_1_1_1_1_1_1_1_1">
    <p:spTree>
      <p:nvGrpSpPr>
        <p:cNvPr id="1" name="Shape 1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Google Shape;1576;p25"/>
          <p:cNvSpPr txBox="1">
            <a:spLocks noGrp="1"/>
          </p:cNvSpPr>
          <p:nvPr>
            <p:ph type="title"/>
          </p:nvPr>
        </p:nvSpPr>
        <p:spPr>
          <a:xfrm>
            <a:off x="1362400" y="1300763"/>
            <a:ext cx="3161700" cy="11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1577" name="Google Shape;1577;p25"/>
          <p:cNvSpPr txBox="1">
            <a:spLocks noGrp="1"/>
          </p:cNvSpPr>
          <p:nvPr>
            <p:ph type="subTitle" idx="1"/>
          </p:nvPr>
        </p:nvSpPr>
        <p:spPr>
          <a:xfrm>
            <a:off x="1362400" y="2548050"/>
            <a:ext cx="3161700" cy="1199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grpSp>
        <p:nvGrpSpPr>
          <p:cNvPr id="1578" name="Google Shape;1578;p25"/>
          <p:cNvGrpSpPr/>
          <p:nvPr/>
        </p:nvGrpSpPr>
        <p:grpSpPr>
          <a:xfrm rot="5400000">
            <a:off x="1266764" y="4562626"/>
            <a:ext cx="4222888" cy="4088811"/>
            <a:chOff x="8129425" y="2555026"/>
            <a:chExt cx="4222888" cy="4088811"/>
          </a:xfrm>
        </p:grpSpPr>
        <p:sp>
          <p:nvSpPr>
            <p:cNvPr id="1579" name="Google Shape;1579;p2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2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2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2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2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2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2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2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7" name="Google Shape;1587;p25"/>
          <p:cNvGrpSpPr/>
          <p:nvPr/>
        </p:nvGrpSpPr>
        <p:grpSpPr>
          <a:xfrm flipH="1">
            <a:off x="8150363" y="-4899154"/>
            <a:ext cx="3721951" cy="12135923"/>
            <a:chOff x="-3170262" y="3452177"/>
            <a:chExt cx="3721951" cy="12135923"/>
          </a:xfrm>
        </p:grpSpPr>
        <p:sp>
          <p:nvSpPr>
            <p:cNvPr id="1588" name="Google Shape;1588;p2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2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2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2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2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2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2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2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2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2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2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2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2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2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2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2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2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2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2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2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2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2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2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2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2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2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2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2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2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2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2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2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2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2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2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2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2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2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2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2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2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2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2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2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2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2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2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2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2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2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2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2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2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2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2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2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44" name="Google Shape;1644;p25"/>
          <p:cNvGrpSpPr/>
          <p:nvPr/>
        </p:nvGrpSpPr>
        <p:grpSpPr>
          <a:xfrm flipH="1">
            <a:off x="-3056332" y="-1665102"/>
            <a:ext cx="3769563" cy="11358057"/>
            <a:chOff x="-2722250" y="-1079764"/>
            <a:chExt cx="3769563" cy="11358057"/>
          </a:xfrm>
        </p:grpSpPr>
        <p:sp>
          <p:nvSpPr>
            <p:cNvPr id="1645" name="Google Shape;1645;p2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2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2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2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2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2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2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2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2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2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2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2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2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2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6_1">
    <p:spTree>
      <p:nvGrpSpPr>
        <p:cNvPr id="1" name="Shape 1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8" name="Google Shape;1958;p30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grpSp>
        <p:nvGrpSpPr>
          <p:cNvPr id="1959" name="Google Shape;1959;p30"/>
          <p:cNvGrpSpPr/>
          <p:nvPr/>
        </p:nvGrpSpPr>
        <p:grpSpPr>
          <a:xfrm>
            <a:off x="-3612573" y="3546476"/>
            <a:ext cx="4088811" cy="4088811"/>
            <a:chOff x="-3640848" y="2185426"/>
            <a:chExt cx="4088811" cy="4088811"/>
          </a:xfrm>
        </p:grpSpPr>
        <p:sp>
          <p:nvSpPr>
            <p:cNvPr id="1960" name="Google Shape;1960;p30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30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62" name="Google Shape;1962;p30"/>
          <p:cNvGrpSpPr/>
          <p:nvPr/>
        </p:nvGrpSpPr>
        <p:grpSpPr>
          <a:xfrm>
            <a:off x="-1350577" y="383600"/>
            <a:ext cx="1928770" cy="2826596"/>
            <a:chOff x="-1350577" y="383600"/>
            <a:chExt cx="1928770" cy="2826596"/>
          </a:xfrm>
        </p:grpSpPr>
        <p:sp>
          <p:nvSpPr>
            <p:cNvPr id="1963" name="Google Shape;1963;p30"/>
            <p:cNvSpPr/>
            <p:nvPr/>
          </p:nvSpPr>
          <p:spPr>
            <a:xfrm rot="5400000">
              <a:off x="-1711634" y="920412"/>
              <a:ext cx="2650694" cy="1753015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30"/>
            <p:cNvSpPr/>
            <p:nvPr/>
          </p:nvSpPr>
          <p:spPr>
            <a:xfrm flipH="1">
              <a:off x="-1350577" y="3034311"/>
              <a:ext cx="175885" cy="175885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30"/>
            <p:cNvSpPr/>
            <p:nvPr/>
          </p:nvSpPr>
          <p:spPr>
            <a:xfrm flipH="1">
              <a:off x="402308" y="383600"/>
              <a:ext cx="175885" cy="175885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30"/>
            <p:cNvSpPr/>
            <p:nvPr/>
          </p:nvSpPr>
          <p:spPr>
            <a:xfrm flipH="1">
              <a:off x="402308" y="809866"/>
              <a:ext cx="175885" cy="175885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30"/>
            <p:cNvSpPr/>
            <p:nvPr/>
          </p:nvSpPr>
          <p:spPr>
            <a:xfrm rot="5400000">
              <a:off x="-1711634" y="920412"/>
              <a:ext cx="2650694" cy="1753015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30"/>
            <p:cNvSpPr/>
            <p:nvPr/>
          </p:nvSpPr>
          <p:spPr>
            <a:xfrm flipH="1">
              <a:off x="-1350577" y="3034311"/>
              <a:ext cx="175885" cy="175885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30"/>
            <p:cNvSpPr/>
            <p:nvPr/>
          </p:nvSpPr>
          <p:spPr>
            <a:xfrm flipH="1">
              <a:off x="402308" y="383600"/>
              <a:ext cx="175885" cy="175885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30"/>
            <p:cNvSpPr/>
            <p:nvPr/>
          </p:nvSpPr>
          <p:spPr>
            <a:xfrm flipH="1">
              <a:off x="402308" y="809866"/>
              <a:ext cx="175885" cy="175885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71" name="Google Shape;1971;p30"/>
          <p:cNvSpPr txBox="1">
            <a:spLocks noGrp="1"/>
          </p:cNvSpPr>
          <p:nvPr>
            <p:ph type="subTitle" idx="1"/>
          </p:nvPr>
        </p:nvSpPr>
        <p:spPr>
          <a:xfrm>
            <a:off x="713225" y="3335392"/>
            <a:ext cx="18510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2" name="Google Shape;1972;p30"/>
          <p:cNvSpPr txBox="1">
            <a:spLocks noGrp="1"/>
          </p:cNvSpPr>
          <p:nvPr>
            <p:ph type="subTitle" idx="2"/>
          </p:nvPr>
        </p:nvSpPr>
        <p:spPr>
          <a:xfrm>
            <a:off x="713225" y="2908657"/>
            <a:ext cx="18510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1973" name="Google Shape;1973;p30"/>
          <p:cNvSpPr txBox="1">
            <a:spLocks noGrp="1"/>
          </p:cNvSpPr>
          <p:nvPr>
            <p:ph type="subTitle" idx="3"/>
          </p:nvPr>
        </p:nvSpPr>
        <p:spPr>
          <a:xfrm>
            <a:off x="6579725" y="3335392"/>
            <a:ext cx="18510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4" name="Google Shape;1974;p30"/>
          <p:cNvSpPr txBox="1">
            <a:spLocks noGrp="1"/>
          </p:cNvSpPr>
          <p:nvPr>
            <p:ph type="subTitle" idx="4"/>
          </p:nvPr>
        </p:nvSpPr>
        <p:spPr>
          <a:xfrm>
            <a:off x="6579725" y="2908657"/>
            <a:ext cx="18510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grpSp>
        <p:nvGrpSpPr>
          <p:cNvPr id="1975" name="Google Shape;1975;p30"/>
          <p:cNvGrpSpPr/>
          <p:nvPr/>
        </p:nvGrpSpPr>
        <p:grpSpPr>
          <a:xfrm>
            <a:off x="6292929" y="-4592"/>
            <a:ext cx="5178842" cy="5178453"/>
            <a:chOff x="6292929" y="-4592"/>
            <a:chExt cx="5178842" cy="5178453"/>
          </a:xfrm>
        </p:grpSpPr>
        <p:sp>
          <p:nvSpPr>
            <p:cNvPr id="1976" name="Google Shape;1976;p30"/>
            <p:cNvSpPr/>
            <p:nvPr/>
          </p:nvSpPr>
          <p:spPr>
            <a:xfrm rot="2716073" flipH="1">
              <a:off x="7066103" y="738985"/>
              <a:ext cx="3632494" cy="3691299"/>
            </a:xfrm>
            <a:custGeom>
              <a:avLst/>
              <a:gdLst/>
              <a:ahLst/>
              <a:cxnLst/>
              <a:rect l="l" t="t" r="r" b="b"/>
              <a:pathLst>
                <a:path w="65355" h="66413" fill="none" extrusionOk="0">
                  <a:moveTo>
                    <a:pt x="1" y="66412"/>
                  </a:moveTo>
                  <a:lnTo>
                    <a:pt x="37290" y="29123"/>
                  </a:lnTo>
                  <a:lnTo>
                    <a:pt x="45844" y="29123"/>
                  </a:lnTo>
                  <a:lnTo>
                    <a:pt x="58939" y="16048"/>
                  </a:lnTo>
                  <a:lnTo>
                    <a:pt x="58939" y="6436"/>
                  </a:lnTo>
                  <a:lnTo>
                    <a:pt x="6535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30"/>
            <p:cNvSpPr/>
            <p:nvPr/>
          </p:nvSpPr>
          <p:spPr>
            <a:xfrm rot="2716073" flipH="1">
              <a:off x="7066103" y="738985"/>
              <a:ext cx="3632494" cy="3691299"/>
            </a:xfrm>
            <a:custGeom>
              <a:avLst/>
              <a:gdLst/>
              <a:ahLst/>
              <a:cxnLst/>
              <a:rect l="l" t="t" r="r" b="b"/>
              <a:pathLst>
                <a:path w="65355" h="66413" fill="none" extrusionOk="0">
                  <a:moveTo>
                    <a:pt x="1" y="66412"/>
                  </a:moveTo>
                  <a:lnTo>
                    <a:pt x="37290" y="29123"/>
                  </a:lnTo>
                  <a:lnTo>
                    <a:pt x="45844" y="29123"/>
                  </a:lnTo>
                  <a:lnTo>
                    <a:pt x="58939" y="16048"/>
                  </a:lnTo>
                  <a:lnTo>
                    <a:pt x="58939" y="6436"/>
                  </a:lnTo>
                  <a:lnTo>
                    <a:pt x="6535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30"/>
            <p:cNvSpPr/>
            <p:nvPr/>
          </p:nvSpPr>
          <p:spPr>
            <a:xfrm rot="5400000" flipH="1">
              <a:off x="8498352" y="4465344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30"/>
            <p:cNvSpPr/>
            <p:nvPr/>
          </p:nvSpPr>
          <p:spPr>
            <a:xfrm rot="5400000" flipH="1">
              <a:off x="8498352" y="4465344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80" name="Google Shape;1980;p30"/>
          <p:cNvSpPr txBox="1">
            <a:spLocks noGrp="1"/>
          </p:cNvSpPr>
          <p:nvPr>
            <p:ph type="subTitle" idx="5"/>
          </p:nvPr>
        </p:nvSpPr>
        <p:spPr>
          <a:xfrm>
            <a:off x="4624225" y="3335392"/>
            <a:ext cx="18510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1" name="Google Shape;1981;p30"/>
          <p:cNvSpPr txBox="1">
            <a:spLocks noGrp="1"/>
          </p:cNvSpPr>
          <p:nvPr>
            <p:ph type="subTitle" idx="6"/>
          </p:nvPr>
        </p:nvSpPr>
        <p:spPr>
          <a:xfrm>
            <a:off x="4624225" y="2908657"/>
            <a:ext cx="18510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1982" name="Google Shape;1982;p30"/>
          <p:cNvSpPr txBox="1">
            <a:spLocks noGrp="1"/>
          </p:cNvSpPr>
          <p:nvPr>
            <p:ph type="subTitle" idx="7"/>
          </p:nvPr>
        </p:nvSpPr>
        <p:spPr>
          <a:xfrm>
            <a:off x="2668725" y="3335392"/>
            <a:ext cx="18510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3" name="Google Shape;1983;p30"/>
          <p:cNvSpPr txBox="1">
            <a:spLocks noGrp="1"/>
          </p:cNvSpPr>
          <p:nvPr>
            <p:ph type="subTitle" idx="8"/>
          </p:nvPr>
        </p:nvSpPr>
        <p:spPr>
          <a:xfrm>
            <a:off x="2668725" y="2908657"/>
            <a:ext cx="18510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6_1_1">
    <p:spTree>
      <p:nvGrpSpPr>
        <p:cNvPr id="1" name="Shape 1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5" name="Google Shape;1985;p31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grpSp>
        <p:nvGrpSpPr>
          <p:cNvPr id="1986" name="Google Shape;1986;p31"/>
          <p:cNvGrpSpPr/>
          <p:nvPr/>
        </p:nvGrpSpPr>
        <p:grpSpPr>
          <a:xfrm rot="10800000" flipH="1">
            <a:off x="8280700" y="-1086319"/>
            <a:ext cx="4222888" cy="4088811"/>
            <a:chOff x="8129425" y="2555026"/>
            <a:chExt cx="4222888" cy="4088811"/>
          </a:xfrm>
        </p:grpSpPr>
        <p:sp>
          <p:nvSpPr>
            <p:cNvPr id="1987" name="Google Shape;1987;p31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31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31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31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31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31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31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31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5" name="Google Shape;1995;p31"/>
          <p:cNvGrpSpPr/>
          <p:nvPr/>
        </p:nvGrpSpPr>
        <p:grpSpPr>
          <a:xfrm>
            <a:off x="-3008737" y="-4892867"/>
            <a:ext cx="3721951" cy="12135923"/>
            <a:chOff x="-3170262" y="3452177"/>
            <a:chExt cx="3721951" cy="12135923"/>
          </a:xfrm>
        </p:grpSpPr>
        <p:sp>
          <p:nvSpPr>
            <p:cNvPr id="1996" name="Google Shape;1996;p31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31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31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31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31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31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31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31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31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31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31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31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31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31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31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31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31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31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31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31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31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31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31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31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31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31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31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31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31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31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31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31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31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31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31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31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31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31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31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31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31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31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31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31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31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31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31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31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31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31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31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31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31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31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31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31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2" name="Google Shape;2052;p31"/>
          <p:cNvGrpSpPr/>
          <p:nvPr/>
        </p:nvGrpSpPr>
        <p:grpSpPr>
          <a:xfrm>
            <a:off x="3324825" y="4560924"/>
            <a:ext cx="6966899" cy="300288"/>
            <a:chOff x="3324825" y="4560924"/>
            <a:chExt cx="6966899" cy="300288"/>
          </a:xfrm>
        </p:grpSpPr>
        <p:sp>
          <p:nvSpPr>
            <p:cNvPr id="2053" name="Google Shape;2053;p31"/>
            <p:cNvSpPr/>
            <p:nvPr/>
          </p:nvSpPr>
          <p:spPr>
            <a:xfrm rot="5400000" flipH="1">
              <a:off x="6768469" y="1337956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31"/>
            <p:cNvSpPr/>
            <p:nvPr/>
          </p:nvSpPr>
          <p:spPr>
            <a:xfrm rot="10800000">
              <a:off x="6513499" y="4560924"/>
              <a:ext cx="1315747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31"/>
            <p:cNvSpPr/>
            <p:nvPr/>
          </p:nvSpPr>
          <p:spPr>
            <a:xfrm rot="10800000">
              <a:off x="6513499" y="4560924"/>
              <a:ext cx="1315747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31"/>
            <p:cNvSpPr/>
            <p:nvPr/>
          </p:nvSpPr>
          <p:spPr>
            <a:xfrm>
              <a:off x="3324825" y="4619700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31"/>
          <p:cNvSpPr txBox="1">
            <a:spLocks noGrp="1"/>
          </p:cNvSpPr>
          <p:nvPr>
            <p:ph type="subTitle" idx="1"/>
          </p:nvPr>
        </p:nvSpPr>
        <p:spPr>
          <a:xfrm>
            <a:off x="4677087" y="1856144"/>
            <a:ext cx="23562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8" name="Google Shape;2058;p31"/>
          <p:cNvSpPr txBox="1">
            <a:spLocks noGrp="1"/>
          </p:cNvSpPr>
          <p:nvPr>
            <p:ph type="subTitle" idx="2"/>
          </p:nvPr>
        </p:nvSpPr>
        <p:spPr>
          <a:xfrm>
            <a:off x="4677087" y="1474900"/>
            <a:ext cx="23562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59" name="Google Shape;2059;p31"/>
          <p:cNvSpPr txBox="1">
            <a:spLocks noGrp="1"/>
          </p:cNvSpPr>
          <p:nvPr>
            <p:ph type="subTitle" idx="3"/>
          </p:nvPr>
        </p:nvSpPr>
        <p:spPr>
          <a:xfrm>
            <a:off x="827525" y="3304944"/>
            <a:ext cx="23562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0" name="Google Shape;2060;p31"/>
          <p:cNvSpPr txBox="1">
            <a:spLocks noGrp="1"/>
          </p:cNvSpPr>
          <p:nvPr>
            <p:ph type="subTitle" idx="4"/>
          </p:nvPr>
        </p:nvSpPr>
        <p:spPr>
          <a:xfrm>
            <a:off x="827525" y="2923700"/>
            <a:ext cx="23562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61" name="Google Shape;2061;p31"/>
          <p:cNvSpPr txBox="1">
            <a:spLocks noGrp="1"/>
          </p:cNvSpPr>
          <p:nvPr>
            <p:ph type="subTitle" idx="5"/>
          </p:nvPr>
        </p:nvSpPr>
        <p:spPr>
          <a:xfrm>
            <a:off x="5960275" y="3304944"/>
            <a:ext cx="23562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2" name="Google Shape;2062;p31"/>
          <p:cNvSpPr txBox="1">
            <a:spLocks noGrp="1"/>
          </p:cNvSpPr>
          <p:nvPr>
            <p:ph type="subTitle" idx="6"/>
          </p:nvPr>
        </p:nvSpPr>
        <p:spPr>
          <a:xfrm>
            <a:off x="5960275" y="2923700"/>
            <a:ext cx="23562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63" name="Google Shape;2063;p31"/>
          <p:cNvSpPr txBox="1">
            <a:spLocks noGrp="1"/>
          </p:cNvSpPr>
          <p:nvPr>
            <p:ph type="subTitle" idx="7"/>
          </p:nvPr>
        </p:nvSpPr>
        <p:spPr>
          <a:xfrm>
            <a:off x="3393900" y="3304944"/>
            <a:ext cx="23562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4" name="Google Shape;2064;p31"/>
          <p:cNvSpPr txBox="1">
            <a:spLocks noGrp="1"/>
          </p:cNvSpPr>
          <p:nvPr>
            <p:ph type="subTitle" idx="8"/>
          </p:nvPr>
        </p:nvSpPr>
        <p:spPr>
          <a:xfrm>
            <a:off x="3393900" y="2923700"/>
            <a:ext cx="23562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65" name="Google Shape;2065;p31"/>
          <p:cNvSpPr txBox="1">
            <a:spLocks noGrp="1"/>
          </p:cNvSpPr>
          <p:nvPr>
            <p:ph type="subTitle" idx="9"/>
          </p:nvPr>
        </p:nvSpPr>
        <p:spPr>
          <a:xfrm>
            <a:off x="2110713" y="1856144"/>
            <a:ext cx="23562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6" name="Google Shape;2066;p31"/>
          <p:cNvSpPr txBox="1">
            <a:spLocks noGrp="1"/>
          </p:cNvSpPr>
          <p:nvPr>
            <p:ph type="subTitle" idx="13"/>
          </p:nvPr>
        </p:nvSpPr>
        <p:spPr>
          <a:xfrm>
            <a:off x="2110713" y="1474900"/>
            <a:ext cx="23562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Google Shape;2464;p35"/>
          <p:cNvSpPr/>
          <p:nvPr/>
        </p:nvSpPr>
        <p:spPr>
          <a:xfrm>
            <a:off x="577225" y="-591925"/>
            <a:ext cx="676500" cy="3240600"/>
          </a:xfrm>
          <a:custGeom>
            <a:avLst/>
            <a:gdLst/>
            <a:ahLst/>
            <a:cxnLst/>
            <a:rect l="l" t="t" r="r" b="b"/>
            <a:pathLst>
              <a:path w="27060" h="129624" extrusionOk="0">
                <a:moveTo>
                  <a:pt x="0" y="0"/>
                </a:moveTo>
                <a:lnTo>
                  <a:pt x="0" y="101874"/>
                </a:lnTo>
                <a:lnTo>
                  <a:pt x="27060" y="129624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cxnSp>
        <p:nvCxnSpPr>
          <p:cNvPr id="2465" name="Google Shape;2465;p35"/>
          <p:cNvCxnSpPr/>
          <p:nvPr/>
        </p:nvCxnSpPr>
        <p:spPr>
          <a:xfrm rot="10800000">
            <a:off x="8860050" y="3165000"/>
            <a:ext cx="0" cy="23004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466" name="Google Shape;2466;p35"/>
          <p:cNvGrpSpPr/>
          <p:nvPr/>
        </p:nvGrpSpPr>
        <p:grpSpPr>
          <a:xfrm flipH="1">
            <a:off x="-2783025" y="2555026"/>
            <a:ext cx="4222888" cy="4088811"/>
            <a:chOff x="8129425" y="2555026"/>
            <a:chExt cx="4222888" cy="4088811"/>
          </a:xfrm>
        </p:grpSpPr>
        <p:sp>
          <p:nvSpPr>
            <p:cNvPr id="2467" name="Google Shape;2467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5" name="Google Shape;2475;p35"/>
          <p:cNvGrpSpPr/>
          <p:nvPr/>
        </p:nvGrpSpPr>
        <p:grpSpPr>
          <a:xfrm flipH="1">
            <a:off x="-2986745" y="907371"/>
            <a:ext cx="3769563" cy="11358057"/>
            <a:chOff x="-2722250" y="-1079764"/>
            <a:chExt cx="3769563" cy="11358057"/>
          </a:xfrm>
        </p:grpSpPr>
        <p:sp>
          <p:nvSpPr>
            <p:cNvPr id="2476" name="Google Shape;2476;p3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3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3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3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3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3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3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3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3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3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3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3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3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3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0" name="Google Shape;2490;p35"/>
          <p:cNvGrpSpPr/>
          <p:nvPr/>
        </p:nvGrpSpPr>
        <p:grpSpPr>
          <a:xfrm rot="10800000" flipH="1">
            <a:off x="8591775" y="-1202836"/>
            <a:ext cx="4222888" cy="4088811"/>
            <a:chOff x="8129425" y="2555026"/>
            <a:chExt cx="4222888" cy="4088811"/>
          </a:xfrm>
        </p:grpSpPr>
        <p:sp>
          <p:nvSpPr>
            <p:cNvPr id="2491" name="Google Shape;2491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9" name="Google Shape;2499;p35"/>
          <p:cNvSpPr/>
          <p:nvPr/>
        </p:nvSpPr>
        <p:spPr>
          <a:xfrm>
            <a:off x="1238289" y="2620086"/>
            <a:ext cx="150600" cy="150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00" name="Google Shape;2500;p35"/>
          <p:cNvGrpSpPr/>
          <p:nvPr/>
        </p:nvGrpSpPr>
        <p:grpSpPr>
          <a:xfrm>
            <a:off x="824987" y="359239"/>
            <a:ext cx="117523" cy="719798"/>
            <a:chOff x="824987" y="359239"/>
            <a:chExt cx="117523" cy="719798"/>
          </a:xfrm>
        </p:grpSpPr>
        <p:sp>
          <p:nvSpPr>
            <p:cNvPr id="2501" name="Google Shape;2501;p35"/>
            <p:cNvSpPr/>
            <p:nvPr/>
          </p:nvSpPr>
          <p:spPr>
            <a:xfrm rot="-5400000">
              <a:off x="824987" y="35923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35"/>
            <p:cNvSpPr/>
            <p:nvPr/>
          </p:nvSpPr>
          <p:spPr>
            <a:xfrm rot="-5400000">
              <a:off x="824987" y="961514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35"/>
            <p:cNvSpPr/>
            <p:nvPr/>
          </p:nvSpPr>
          <p:spPr>
            <a:xfrm rot="-5400000">
              <a:off x="824987" y="76075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35"/>
            <p:cNvSpPr/>
            <p:nvPr/>
          </p:nvSpPr>
          <p:spPr>
            <a:xfrm rot="-5400000">
              <a:off x="824987" y="55999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35"/>
            <p:cNvSpPr/>
            <p:nvPr/>
          </p:nvSpPr>
          <p:spPr>
            <a:xfrm rot="-5400000">
              <a:off x="824987" y="35923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35"/>
            <p:cNvSpPr/>
            <p:nvPr/>
          </p:nvSpPr>
          <p:spPr>
            <a:xfrm rot="-5400000">
              <a:off x="824987" y="961514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35"/>
            <p:cNvSpPr/>
            <p:nvPr/>
          </p:nvSpPr>
          <p:spPr>
            <a:xfrm rot="-5400000">
              <a:off x="824987" y="76075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35"/>
            <p:cNvSpPr/>
            <p:nvPr/>
          </p:nvSpPr>
          <p:spPr>
            <a:xfrm rot="-5400000">
              <a:off x="824987" y="55999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9" name="Google Shape;2509;p35"/>
          <p:cNvSpPr/>
          <p:nvPr/>
        </p:nvSpPr>
        <p:spPr>
          <a:xfrm>
            <a:off x="577225" y="-591925"/>
            <a:ext cx="676500" cy="3240600"/>
          </a:xfrm>
          <a:custGeom>
            <a:avLst/>
            <a:gdLst/>
            <a:ahLst/>
            <a:cxnLst/>
            <a:rect l="l" t="t" r="r" b="b"/>
            <a:pathLst>
              <a:path w="27060" h="129624" extrusionOk="0">
                <a:moveTo>
                  <a:pt x="0" y="0"/>
                </a:moveTo>
                <a:lnTo>
                  <a:pt x="0" y="101874"/>
                </a:lnTo>
                <a:lnTo>
                  <a:pt x="27060" y="129624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sp>
        <p:nvSpPr>
          <p:cNvPr id="2510" name="Google Shape;2510;p35"/>
          <p:cNvSpPr/>
          <p:nvPr/>
        </p:nvSpPr>
        <p:spPr>
          <a:xfrm>
            <a:off x="1238289" y="2620086"/>
            <a:ext cx="150600" cy="150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511" name="Google Shape;2511;p35"/>
          <p:cNvCxnSpPr/>
          <p:nvPr/>
        </p:nvCxnSpPr>
        <p:spPr>
          <a:xfrm rot="10800000">
            <a:off x="8860050" y="3165000"/>
            <a:ext cx="0" cy="23004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512" name="Google Shape;2512;p35"/>
          <p:cNvGrpSpPr/>
          <p:nvPr/>
        </p:nvGrpSpPr>
        <p:grpSpPr>
          <a:xfrm>
            <a:off x="8202950" y="1983213"/>
            <a:ext cx="237939" cy="3223487"/>
            <a:chOff x="8202950" y="1983213"/>
            <a:chExt cx="237939" cy="3223487"/>
          </a:xfrm>
        </p:grpSpPr>
        <p:sp>
          <p:nvSpPr>
            <p:cNvPr id="2513" name="Google Shape;2513;p35"/>
            <p:cNvSpPr/>
            <p:nvPr/>
          </p:nvSpPr>
          <p:spPr>
            <a:xfrm>
              <a:off x="8202950" y="2093625"/>
              <a:ext cx="182750" cy="3113075"/>
            </a:xfrm>
            <a:custGeom>
              <a:avLst/>
              <a:gdLst/>
              <a:ahLst/>
              <a:cxnLst/>
              <a:rect l="l" t="t" r="r" b="b"/>
              <a:pathLst>
                <a:path w="7310" h="124523" extrusionOk="0">
                  <a:moveTo>
                    <a:pt x="6787" y="124523"/>
                  </a:moveTo>
                  <a:lnTo>
                    <a:pt x="7236" y="67122"/>
                  </a:lnTo>
                  <a:lnTo>
                    <a:pt x="0" y="57280"/>
                  </a:lnTo>
                  <a:lnTo>
                    <a:pt x="0" y="33256"/>
                  </a:lnTo>
                  <a:lnTo>
                    <a:pt x="7310" y="23088"/>
                  </a:lnTo>
                  <a:lnTo>
                    <a:pt x="7253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4" name="Google Shape;2514;p35"/>
            <p:cNvSpPr/>
            <p:nvPr/>
          </p:nvSpPr>
          <p:spPr>
            <a:xfrm>
              <a:off x="8330489" y="1983213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35"/>
            <p:cNvSpPr/>
            <p:nvPr/>
          </p:nvSpPr>
          <p:spPr>
            <a:xfrm>
              <a:off x="8202950" y="2093625"/>
              <a:ext cx="182750" cy="3113075"/>
            </a:xfrm>
            <a:custGeom>
              <a:avLst/>
              <a:gdLst/>
              <a:ahLst/>
              <a:cxnLst/>
              <a:rect l="l" t="t" r="r" b="b"/>
              <a:pathLst>
                <a:path w="7310" h="124523" extrusionOk="0">
                  <a:moveTo>
                    <a:pt x="6787" y="124523"/>
                  </a:moveTo>
                  <a:lnTo>
                    <a:pt x="7236" y="67122"/>
                  </a:lnTo>
                  <a:lnTo>
                    <a:pt x="0" y="57280"/>
                  </a:lnTo>
                  <a:lnTo>
                    <a:pt x="0" y="33256"/>
                  </a:lnTo>
                  <a:lnTo>
                    <a:pt x="7310" y="23088"/>
                  </a:lnTo>
                  <a:lnTo>
                    <a:pt x="7253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6" name="Google Shape;2516;p35"/>
            <p:cNvSpPr/>
            <p:nvPr/>
          </p:nvSpPr>
          <p:spPr>
            <a:xfrm>
              <a:off x="8330489" y="1983213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35"/>
          <p:cNvGrpSpPr/>
          <p:nvPr/>
        </p:nvGrpSpPr>
        <p:grpSpPr>
          <a:xfrm>
            <a:off x="7704114" y="-97112"/>
            <a:ext cx="261061" cy="3913266"/>
            <a:chOff x="7704114" y="-97112"/>
            <a:chExt cx="261061" cy="3913266"/>
          </a:xfrm>
        </p:grpSpPr>
        <p:sp>
          <p:nvSpPr>
            <p:cNvPr id="2518" name="Google Shape;2518;p35"/>
            <p:cNvSpPr/>
            <p:nvPr/>
          </p:nvSpPr>
          <p:spPr>
            <a:xfrm>
              <a:off x="7779425" y="-97112"/>
              <a:ext cx="185750" cy="3804950"/>
            </a:xfrm>
            <a:custGeom>
              <a:avLst/>
              <a:gdLst/>
              <a:ahLst/>
              <a:cxnLst/>
              <a:rect l="l" t="t" r="r" b="b"/>
              <a:pathLst>
                <a:path w="7430" h="152198" extrusionOk="0">
                  <a:moveTo>
                    <a:pt x="7366" y="0"/>
                  </a:moveTo>
                  <a:lnTo>
                    <a:pt x="7430" y="96755"/>
                  </a:lnTo>
                  <a:lnTo>
                    <a:pt x="0" y="107019"/>
                  </a:lnTo>
                  <a:lnTo>
                    <a:pt x="8" y="152198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9" name="Google Shape;2519;p35"/>
            <p:cNvSpPr/>
            <p:nvPr/>
          </p:nvSpPr>
          <p:spPr>
            <a:xfrm>
              <a:off x="7704114" y="3665554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35"/>
            <p:cNvSpPr/>
            <p:nvPr/>
          </p:nvSpPr>
          <p:spPr>
            <a:xfrm>
              <a:off x="7779425" y="-97112"/>
              <a:ext cx="185750" cy="3804950"/>
            </a:xfrm>
            <a:custGeom>
              <a:avLst/>
              <a:gdLst/>
              <a:ahLst/>
              <a:cxnLst/>
              <a:rect l="l" t="t" r="r" b="b"/>
              <a:pathLst>
                <a:path w="7430" h="152198" extrusionOk="0">
                  <a:moveTo>
                    <a:pt x="7366" y="0"/>
                  </a:moveTo>
                  <a:lnTo>
                    <a:pt x="7430" y="96755"/>
                  </a:lnTo>
                  <a:lnTo>
                    <a:pt x="0" y="107019"/>
                  </a:lnTo>
                  <a:lnTo>
                    <a:pt x="8" y="152198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21" name="Google Shape;2521;p35"/>
            <p:cNvSpPr/>
            <p:nvPr/>
          </p:nvSpPr>
          <p:spPr>
            <a:xfrm>
              <a:off x="7704114" y="3665554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">
    <p:spTree>
      <p:nvGrpSpPr>
        <p:cNvPr id="1" name="Shape 2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Google Shape;2523;p36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grpSp>
        <p:nvGrpSpPr>
          <p:cNvPr id="2524" name="Google Shape;2524;p36"/>
          <p:cNvGrpSpPr/>
          <p:nvPr/>
        </p:nvGrpSpPr>
        <p:grpSpPr>
          <a:xfrm>
            <a:off x="-2459612" y="638961"/>
            <a:ext cx="3769563" cy="11358057"/>
            <a:chOff x="-2722250" y="-1079764"/>
            <a:chExt cx="3769563" cy="11358057"/>
          </a:xfrm>
        </p:grpSpPr>
        <p:sp>
          <p:nvSpPr>
            <p:cNvPr id="2525" name="Google Shape;2525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9" name="Google Shape;2539;p36"/>
          <p:cNvGrpSpPr/>
          <p:nvPr/>
        </p:nvGrpSpPr>
        <p:grpSpPr>
          <a:xfrm>
            <a:off x="-444950" y="2746461"/>
            <a:ext cx="1158175" cy="2819114"/>
            <a:chOff x="-444950" y="2746461"/>
            <a:chExt cx="1158175" cy="2819114"/>
          </a:xfrm>
        </p:grpSpPr>
        <p:sp>
          <p:nvSpPr>
            <p:cNvPr id="2540" name="Google Shape;2540;p36"/>
            <p:cNvSpPr/>
            <p:nvPr/>
          </p:nvSpPr>
          <p:spPr>
            <a:xfrm>
              <a:off x="248038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41" name="Google Shape;2541;p36"/>
            <p:cNvSpPr/>
            <p:nvPr/>
          </p:nvSpPr>
          <p:spPr>
            <a:xfrm>
              <a:off x="-438775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36"/>
            <p:cNvSpPr/>
            <p:nvPr/>
          </p:nvSpPr>
          <p:spPr>
            <a:xfrm>
              <a:off x="-254275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36"/>
            <p:cNvSpPr/>
            <p:nvPr/>
          </p:nvSpPr>
          <p:spPr>
            <a:xfrm>
              <a:off x="241863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44" name="Google Shape;2544;p36"/>
            <p:cNvSpPr/>
            <p:nvPr/>
          </p:nvSpPr>
          <p:spPr>
            <a:xfrm>
              <a:off x="-444950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36"/>
            <p:cNvSpPr/>
            <p:nvPr/>
          </p:nvSpPr>
          <p:spPr>
            <a:xfrm>
              <a:off x="-260450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36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36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8" name="Google Shape;2548;p36"/>
          <p:cNvGrpSpPr/>
          <p:nvPr/>
        </p:nvGrpSpPr>
        <p:grpSpPr>
          <a:xfrm>
            <a:off x="8118013" y="1690211"/>
            <a:ext cx="3769563" cy="11358057"/>
            <a:chOff x="-2722250" y="-1079764"/>
            <a:chExt cx="3769563" cy="11358057"/>
          </a:xfrm>
        </p:grpSpPr>
        <p:sp>
          <p:nvSpPr>
            <p:cNvPr id="2549" name="Google Shape;2549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3" name="Google Shape;2563;p36"/>
          <p:cNvGrpSpPr/>
          <p:nvPr/>
        </p:nvGrpSpPr>
        <p:grpSpPr>
          <a:xfrm rot="-5400000" flipH="1">
            <a:off x="14326746" y="-8155174"/>
            <a:ext cx="5570272" cy="18162622"/>
            <a:chOff x="-3170262" y="3452177"/>
            <a:chExt cx="3721951" cy="12135923"/>
          </a:xfrm>
        </p:grpSpPr>
        <p:sp>
          <p:nvSpPr>
            <p:cNvPr id="2564" name="Google Shape;2564;p3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3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3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3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3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3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3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3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3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3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36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3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3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3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3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3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3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3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3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3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3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3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3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3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3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3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3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3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3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3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3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3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3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3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3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3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3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3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36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3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3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3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3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3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3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3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3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3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3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3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3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3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3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3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3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3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0" name="Google Shape;2620;p36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grpSp>
        <p:nvGrpSpPr>
          <p:cNvPr id="2621" name="Google Shape;2621;p36"/>
          <p:cNvGrpSpPr/>
          <p:nvPr/>
        </p:nvGrpSpPr>
        <p:grpSpPr>
          <a:xfrm>
            <a:off x="8342610" y="-1257510"/>
            <a:ext cx="1632765" cy="4501735"/>
            <a:chOff x="8342610" y="-1257510"/>
            <a:chExt cx="1632765" cy="4501735"/>
          </a:xfrm>
        </p:grpSpPr>
        <p:sp>
          <p:nvSpPr>
            <p:cNvPr id="2622" name="Google Shape;2622;p36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36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624" name="Google Shape;2624;p36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625" name="Google Shape;2625;p36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6" name="Google Shape;2626;p36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7" name="Google Shape;2627;p36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97400"/>
            <a:ext cx="7717500" cy="32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59" r:id="rId4"/>
    <p:sldLayoutId id="2147483671" r:id="rId5"/>
    <p:sldLayoutId id="2147483676" r:id="rId6"/>
    <p:sldLayoutId id="2147483677" r:id="rId7"/>
    <p:sldLayoutId id="2147483681" r:id="rId8"/>
    <p:sldLayoutId id="2147483682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jpe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hyperlink" Target="https://www.elcarmelo.ed.cr/index.php/informacion/163-microsoft-teams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Google Shape;2638;p40"/>
          <p:cNvSpPr txBox="1">
            <a:spLocks noGrp="1"/>
          </p:cNvSpPr>
          <p:nvPr>
            <p:ph type="ctrTitle"/>
          </p:nvPr>
        </p:nvSpPr>
        <p:spPr>
          <a:xfrm>
            <a:off x="2365175" y="2545670"/>
            <a:ext cx="4285396" cy="6554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>
                <a:solidFill>
                  <a:schemeClr val="lt2"/>
                </a:solidFill>
              </a:rPr>
              <a:t>CodeCraft</a:t>
            </a:r>
            <a:endParaRPr sz="6600" dirty="0"/>
          </a:p>
        </p:txBody>
      </p:sp>
      <p:cxnSp>
        <p:nvCxnSpPr>
          <p:cNvPr id="2640" name="Google Shape;2640;p40"/>
          <p:cNvCxnSpPr/>
          <p:nvPr/>
        </p:nvCxnSpPr>
        <p:spPr>
          <a:xfrm>
            <a:off x="2500475" y="3663720"/>
            <a:ext cx="4177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641" name="Google Shape;2641;p40"/>
          <p:cNvGrpSpPr/>
          <p:nvPr/>
        </p:nvGrpSpPr>
        <p:grpSpPr>
          <a:xfrm>
            <a:off x="2365175" y="3596070"/>
            <a:ext cx="4447650" cy="135300"/>
            <a:chOff x="2365175" y="3596070"/>
            <a:chExt cx="4447650" cy="135300"/>
          </a:xfrm>
        </p:grpSpPr>
        <p:sp>
          <p:nvSpPr>
            <p:cNvPr id="2642" name="Google Shape;2642;p40"/>
            <p:cNvSpPr/>
            <p:nvPr/>
          </p:nvSpPr>
          <p:spPr>
            <a:xfrm>
              <a:off x="2365175" y="3596070"/>
              <a:ext cx="135300" cy="1353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40"/>
            <p:cNvSpPr/>
            <p:nvPr/>
          </p:nvSpPr>
          <p:spPr>
            <a:xfrm>
              <a:off x="6677525" y="3596070"/>
              <a:ext cx="135300" cy="1353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644" name="Google Shape;2644;p40"/>
            <p:cNvCxnSpPr>
              <a:stCxn id="2642" idx="6"/>
              <a:endCxn id="2643" idx="2"/>
            </p:cNvCxnSpPr>
            <p:nvPr/>
          </p:nvCxnSpPr>
          <p:spPr>
            <a:xfrm>
              <a:off x="2500475" y="3663720"/>
              <a:ext cx="4177200" cy="0"/>
            </a:xfrm>
            <a:prstGeom prst="straightConnector1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6" name="Google Shape;2666;p43"/>
          <p:cNvGrpSpPr/>
          <p:nvPr/>
        </p:nvGrpSpPr>
        <p:grpSpPr>
          <a:xfrm>
            <a:off x="1053497" y="3073586"/>
            <a:ext cx="795537" cy="795537"/>
            <a:chOff x="851175" y="1582401"/>
            <a:chExt cx="964872" cy="964872"/>
          </a:xfrm>
        </p:grpSpPr>
        <p:sp>
          <p:nvSpPr>
            <p:cNvPr id="2667" name="Google Shape;2667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69" name="Google Shape;2669;p43"/>
          <p:cNvGrpSpPr/>
          <p:nvPr/>
        </p:nvGrpSpPr>
        <p:grpSpPr>
          <a:xfrm>
            <a:off x="4908972" y="3073586"/>
            <a:ext cx="795537" cy="795537"/>
            <a:chOff x="851175" y="1582401"/>
            <a:chExt cx="964872" cy="964872"/>
          </a:xfrm>
        </p:grpSpPr>
        <p:sp>
          <p:nvSpPr>
            <p:cNvPr id="2670" name="Google Shape;2670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2" name="Google Shape;2672;p43"/>
          <p:cNvGrpSpPr/>
          <p:nvPr/>
        </p:nvGrpSpPr>
        <p:grpSpPr>
          <a:xfrm>
            <a:off x="4908972" y="1743274"/>
            <a:ext cx="795537" cy="795537"/>
            <a:chOff x="851175" y="1582401"/>
            <a:chExt cx="964872" cy="964872"/>
          </a:xfrm>
        </p:grpSpPr>
        <p:sp>
          <p:nvSpPr>
            <p:cNvPr id="2673" name="Google Shape;2673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5" name="Google Shape;2675;p43"/>
          <p:cNvGrpSpPr/>
          <p:nvPr/>
        </p:nvGrpSpPr>
        <p:grpSpPr>
          <a:xfrm>
            <a:off x="1053497" y="1743286"/>
            <a:ext cx="795537" cy="795537"/>
            <a:chOff x="851175" y="1582401"/>
            <a:chExt cx="964872" cy="964872"/>
          </a:xfrm>
        </p:grpSpPr>
        <p:sp>
          <p:nvSpPr>
            <p:cNvPr id="2676" name="Google Shape;2676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78" name="Google Shape;2678;p43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Table of Contents</a:t>
            </a:r>
            <a:endParaRPr dirty="0"/>
          </a:p>
        </p:txBody>
      </p:sp>
      <p:sp>
        <p:nvSpPr>
          <p:cNvPr id="2680" name="Google Shape;2680;p43"/>
          <p:cNvSpPr txBox="1">
            <a:spLocks noGrp="1"/>
          </p:cNvSpPr>
          <p:nvPr>
            <p:ph type="subTitle" idx="2"/>
          </p:nvPr>
        </p:nvSpPr>
        <p:spPr>
          <a:xfrm>
            <a:off x="1975600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Stages of Working</a:t>
            </a:r>
            <a:endParaRPr dirty="0"/>
          </a:p>
        </p:txBody>
      </p:sp>
      <p:sp>
        <p:nvSpPr>
          <p:cNvPr id="2681" name="Google Shape;2681;p43"/>
          <p:cNvSpPr txBox="1">
            <a:spLocks noGrp="1"/>
          </p:cNvSpPr>
          <p:nvPr>
            <p:ph type="title" idx="3"/>
          </p:nvPr>
        </p:nvSpPr>
        <p:spPr>
          <a:xfrm>
            <a:off x="1049261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682" name="Google Shape;2682;p43"/>
          <p:cNvSpPr txBox="1">
            <a:spLocks noGrp="1"/>
          </p:cNvSpPr>
          <p:nvPr>
            <p:ph type="title" idx="4"/>
          </p:nvPr>
        </p:nvSpPr>
        <p:spPr>
          <a:xfrm>
            <a:off x="4904736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683" name="Google Shape;2683;p43"/>
          <p:cNvSpPr txBox="1">
            <a:spLocks noGrp="1"/>
          </p:cNvSpPr>
          <p:nvPr>
            <p:ph type="title" idx="5"/>
          </p:nvPr>
        </p:nvSpPr>
        <p:spPr>
          <a:xfrm>
            <a:off x="1049261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684" name="Google Shape;2684;p43"/>
          <p:cNvSpPr txBox="1">
            <a:spLocks noGrp="1"/>
          </p:cNvSpPr>
          <p:nvPr>
            <p:ph type="title" idx="6"/>
          </p:nvPr>
        </p:nvSpPr>
        <p:spPr>
          <a:xfrm>
            <a:off x="4904736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686" name="Google Shape;2686;p43"/>
          <p:cNvSpPr txBox="1">
            <a:spLocks noGrp="1"/>
          </p:cNvSpPr>
          <p:nvPr>
            <p:ph type="subTitle" idx="8"/>
          </p:nvPr>
        </p:nvSpPr>
        <p:spPr>
          <a:xfrm>
            <a:off x="1975600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Team members</a:t>
            </a:r>
            <a:endParaRPr dirty="0"/>
          </a:p>
        </p:txBody>
      </p:sp>
      <p:sp>
        <p:nvSpPr>
          <p:cNvPr id="2688" name="Google Shape;2688;p43"/>
          <p:cNvSpPr txBox="1">
            <a:spLocks noGrp="1"/>
          </p:cNvSpPr>
          <p:nvPr>
            <p:ph type="subTitle" idx="13"/>
          </p:nvPr>
        </p:nvSpPr>
        <p:spPr>
          <a:xfrm>
            <a:off x="5831075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Technologies used</a:t>
            </a:r>
            <a:endParaRPr dirty="0"/>
          </a:p>
        </p:txBody>
      </p:sp>
      <p:sp>
        <p:nvSpPr>
          <p:cNvPr id="2690" name="Google Shape;2690;p43"/>
          <p:cNvSpPr txBox="1">
            <a:spLocks noGrp="1"/>
          </p:cNvSpPr>
          <p:nvPr>
            <p:ph type="subTitle" idx="15"/>
          </p:nvPr>
        </p:nvSpPr>
        <p:spPr>
          <a:xfrm>
            <a:off x="5831075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Idea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8" name="Google Shape;2678;p43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 members</a:t>
            </a:r>
            <a:endParaRPr dirty="0"/>
          </a:p>
        </p:txBody>
      </p:sp>
      <p:sp>
        <p:nvSpPr>
          <p:cNvPr id="2679" name="Google Shape;2679;p43"/>
          <p:cNvSpPr txBox="1">
            <a:spLocks noGrp="1"/>
          </p:cNvSpPr>
          <p:nvPr>
            <p:ph type="subTitle" idx="1"/>
          </p:nvPr>
        </p:nvSpPr>
        <p:spPr>
          <a:xfrm>
            <a:off x="1975600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Front-End Developer</a:t>
            </a:r>
            <a:endParaRPr dirty="0"/>
          </a:p>
        </p:txBody>
      </p:sp>
      <p:sp>
        <p:nvSpPr>
          <p:cNvPr id="2680" name="Google Shape;2680;p43"/>
          <p:cNvSpPr txBox="1">
            <a:spLocks noGrp="1"/>
          </p:cNvSpPr>
          <p:nvPr>
            <p:ph type="subTitle" idx="2"/>
          </p:nvPr>
        </p:nvSpPr>
        <p:spPr>
          <a:xfrm>
            <a:off x="1975599" y="3063178"/>
            <a:ext cx="2596401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/>
            <a:r>
              <a:rPr lang="en"/>
              <a:t>Dimitar </a:t>
            </a:r>
            <a:r>
              <a:rPr lang="en-US" dirty="0" err="1"/>
              <a:t>Bornusuzov</a:t>
            </a:r>
            <a:endParaRPr dirty="0"/>
          </a:p>
        </p:txBody>
      </p:sp>
      <p:sp>
        <p:nvSpPr>
          <p:cNvPr id="2685" name="Google Shape;2685;p43"/>
          <p:cNvSpPr txBox="1">
            <a:spLocks noGrp="1"/>
          </p:cNvSpPr>
          <p:nvPr>
            <p:ph type="subTitle" idx="7"/>
          </p:nvPr>
        </p:nvSpPr>
        <p:spPr>
          <a:xfrm>
            <a:off x="1975600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Scrum Trainer</a:t>
            </a:r>
            <a:endParaRPr dirty="0"/>
          </a:p>
        </p:txBody>
      </p:sp>
      <p:sp>
        <p:nvSpPr>
          <p:cNvPr id="2686" name="Google Shape;2686;p43"/>
          <p:cNvSpPr txBox="1">
            <a:spLocks noGrp="1"/>
          </p:cNvSpPr>
          <p:nvPr>
            <p:ph type="subTitle" idx="8"/>
          </p:nvPr>
        </p:nvSpPr>
        <p:spPr>
          <a:xfrm>
            <a:off x="1975600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Ivaylo Georgiev</a:t>
            </a:r>
            <a:endParaRPr dirty="0"/>
          </a:p>
        </p:txBody>
      </p:sp>
      <p:sp>
        <p:nvSpPr>
          <p:cNvPr id="2687" name="Google Shape;2687;p43"/>
          <p:cNvSpPr txBox="1">
            <a:spLocks noGrp="1"/>
          </p:cNvSpPr>
          <p:nvPr>
            <p:ph type="subTitle" idx="9"/>
          </p:nvPr>
        </p:nvSpPr>
        <p:spPr>
          <a:xfrm>
            <a:off x="5831075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Designer</a:t>
            </a:r>
            <a:endParaRPr dirty="0"/>
          </a:p>
        </p:txBody>
      </p:sp>
      <p:sp>
        <p:nvSpPr>
          <p:cNvPr id="2688" name="Google Shape;2688;p43"/>
          <p:cNvSpPr txBox="1">
            <a:spLocks noGrp="1"/>
          </p:cNvSpPr>
          <p:nvPr>
            <p:ph type="subTitle" idx="13"/>
          </p:nvPr>
        </p:nvSpPr>
        <p:spPr>
          <a:xfrm>
            <a:off x="5831075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Marin Marinov</a:t>
            </a:r>
            <a:endParaRPr dirty="0"/>
          </a:p>
        </p:txBody>
      </p:sp>
      <p:sp>
        <p:nvSpPr>
          <p:cNvPr id="2689" name="Google Shape;2689;p43"/>
          <p:cNvSpPr txBox="1">
            <a:spLocks noGrp="1"/>
          </p:cNvSpPr>
          <p:nvPr>
            <p:ph type="subTitle" idx="14"/>
          </p:nvPr>
        </p:nvSpPr>
        <p:spPr>
          <a:xfrm>
            <a:off x="5831075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Back-End Developer</a:t>
            </a:r>
            <a:endParaRPr dirty="0"/>
          </a:p>
        </p:txBody>
      </p:sp>
      <p:sp>
        <p:nvSpPr>
          <p:cNvPr id="2690" name="Google Shape;2690;p43"/>
          <p:cNvSpPr txBox="1">
            <a:spLocks noGrp="1"/>
          </p:cNvSpPr>
          <p:nvPr>
            <p:ph type="subTitle" idx="15"/>
          </p:nvPr>
        </p:nvSpPr>
        <p:spPr>
          <a:xfrm>
            <a:off x="5831075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Toma Ivanov</a:t>
            </a:r>
            <a:endParaRPr dirty="0"/>
          </a:p>
        </p:txBody>
      </p:sp>
      <p:pic>
        <p:nvPicPr>
          <p:cNvPr id="3" name="Picture 2" descr="A person in a white shirt&#10;&#10;AI-generated content may be incorrect.">
            <a:extLst>
              <a:ext uri="{FF2B5EF4-FFF2-40B4-BE49-F238E27FC236}">
                <a16:creationId xmlns:a16="http://schemas.microsoft.com/office/drawing/2014/main" id="{57F53A9A-EC1C-0B47-7288-2D891B65C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6" y="1365438"/>
            <a:ext cx="1241971" cy="12419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E6FDCD-4A69-033A-0490-23EC189C9F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70347" y="2850150"/>
            <a:ext cx="1241970" cy="12419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97DE7C8-6500-D27C-F829-CDB09C7AEBF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71975" y="1365439"/>
            <a:ext cx="1241970" cy="12419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7855B2-7409-2B84-FECB-19C8D74D69E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75019" y="2850150"/>
            <a:ext cx="1235881" cy="12419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1" name="Google Shape;3281;p64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Idea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A1AB1-BEB2-32B2-C335-D8CE4CFFE7D1}"/>
              </a:ext>
            </a:extLst>
          </p:cNvPr>
          <p:cNvSpPr txBox="1"/>
          <p:nvPr/>
        </p:nvSpPr>
        <p:spPr>
          <a:xfrm>
            <a:off x="1652521" y="1694271"/>
            <a:ext cx="583890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Numeria</a:t>
            </a:r>
            <a:r>
              <a:rPr lang="en-US" sz="1600" dirty="0">
                <a:solidFill>
                  <a:schemeClr val="bg1"/>
                </a:solidFill>
              </a:rPr>
              <a:t> is an adventure game where the player must restore the shattered </a:t>
            </a:r>
            <a:r>
              <a:rPr lang="en-US" sz="1600" i="1" dirty="0">
                <a:solidFill>
                  <a:schemeClr val="bg1"/>
                </a:solidFill>
              </a:rPr>
              <a:t>Great Equation Stone</a:t>
            </a:r>
            <a:r>
              <a:rPr lang="en-US" sz="1600" dirty="0">
                <a:solidFill>
                  <a:schemeClr val="bg1"/>
                </a:solidFill>
              </a:rPr>
              <a:t> by traveling through different mathematical realms. Each area—like the </a:t>
            </a:r>
            <a:r>
              <a:rPr lang="en-US" sz="1600" b="1" dirty="0">
                <a:solidFill>
                  <a:schemeClr val="bg1"/>
                </a:solidFill>
              </a:rPr>
              <a:t>Village of Ones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b="1" dirty="0">
                <a:solidFill>
                  <a:schemeClr val="bg1"/>
                </a:solidFill>
              </a:rPr>
              <a:t>Forest of Division</a:t>
            </a:r>
            <a:r>
              <a:rPr lang="en-US" sz="1600" dirty="0">
                <a:solidFill>
                  <a:schemeClr val="bg1"/>
                </a:solidFill>
              </a:rPr>
              <a:t>, and </a:t>
            </a:r>
            <a:r>
              <a:rPr lang="en-US" sz="1600" b="1" dirty="0">
                <a:solidFill>
                  <a:schemeClr val="bg1"/>
                </a:solidFill>
              </a:rPr>
              <a:t>Mountains of Geometry</a:t>
            </a:r>
            <a:r>
              <a:rPr lang="en-US" sz="1600" dirty="0">
                <a:solidFill>
                  <a:schemeClr val="bg1"/>
                </a:solidFill>
              </a:rPr>
              <a:t>—contains story events and obstacles that unlock only when the player solves math puzzles.</a:t>
            </a:r>
          </a:p>
          <a:p>
            <a:r>
              <a:rPr lang="en-US" sz="1600" dirty="0">
                <a:solidFill>
                  <a:schemeClr val="bg1"/>
                </a:solidFill>
              </a:rPr>
              <a:t>The game’s purpose is to develop quick calculation skills and logical thinking through exploration instead of traditional exercises. In </a:t>
            </a:r>
            <a:r>
              <a:rPr lang="en-US" sz="1600" i="1" dirty="0">
                <a:solidFill>
                  <a:schemeClr val="bg1"/>
                </a:solidFill>
              </a:rPr>
              <a:t>Numeria</a:t>
            </a:r>
            <a:r>
              <a:rPr lang="en-US" sz="1600" dirty="0">
                <a:solidFill>
                  <a:schemeClr val="bg1"/>
                </a:solidFill>
              </a:rPr>
              <a:t>, the story progresses only when the player overcomes each mathematically-sealed challenge.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32" name="Google Shape;3232;p63"/>
          <p:cNvGrpSpPr/>
          <p:nvPr/>
        </p:nvGrpSpPr>
        <p:grpSpPr>
          <a:xfrm>
            <a:off x="1236724" y="1914613"/>
            <a:ext cx="795537" cy="795537"/>
            <a:chOff x="851175" y="1582401"/>
            <a:chExt cx="964872" cy="964872"/>
          </a:xfrm>
        </p:grpSpPr>
        <p:sp>
          <p:nvSpPr>
            <p:cNvPr id="3233" name="Google Shape;3233;p6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3234;p6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35" name="Google Shape;3235;p63"/>
          <p:cNvGrpSpPr/>
          <p:nvPr/>
        </p:nvGrpSpPr>
        <p:grpSpPr>
          <a:xfrm>
            <a:off x="3904024" y="1914614"/>
            <a:ext cx="795537" cy="795537"/>
            <a:chOff x="851175" y="1582401"/>
            <a:chExt cx="964872" cy="964872"/>
          </a:xfrm>
        </p:grpSpPr>
        <p:sp>
          <p:nvSpPr>
            <p:cNvPr id="3236" name="Google Shape;3236;p6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3237;p6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38" name="Google Shape;3238;p63"/>
          <p:cNvSpPr/>
          <p:nvPr/>
        </p:nvSpPr>
        <p:spPr>
          <a:xfrm>
            <a:off x="6567092" y="1914628"/>
            <a:ext cx="795523" cy="795523"/>
          </a:xfrm>
          <a:custGeom>
            <a:avLst/>
            <a:gdLst/>
            <a:ahLst/>
            <a:cxnLst/>
            <a:rect l="l" t="t" r="r" b="b"/>
            <a:pathLst>
              <a:path w="18493" h="18493" extrusionOk="0">
                <a:moveTo>
                  <a:pt x="3381" y="1"/>
                </a:moveTo>
                <a:lnTo>
                  <a:pt x="0" y="3382"/>
                </a:lnTo>
                <a:lnTo>
                  <a:pt x="0" y="15845"/>
                </a:lnTo>
                <a:lnTo>
                  <a:pt x="469" y="15845"/>
                </a:lnTo>
                <a:lnTo>
                  <a:pt x="469" y="17291"/>
                </a:lnTo>
                <a:lnTo>
                  <a:pt x="0" y="17291"/>
                </a:lnTo>
                <a:lnTo>
                  <a:pt x="0" y="18493"/>
                </a:lnTo>
                <a:lnTo>
                  <a:pt x="15967" y="18493"/>
                </a:lnTo>
                <a:lnTo>
                  <a:pt x="18492" y="15988"/>
                </a:lnTo>
                <a:lnTo>
                  <a:pt x="18492" y="12383"/>
                </a:lnTo>
                <a:lnTo>
                  <a:pt x="17942" y="12383"/>
                </a:lnTo>
                <a:lnTo>
                  <a:pt x="17942" y="10937"/>
                </a:lnTo>
                <a:lnTo>
                  <a:pt x="18492" y="10937"/>
                </a:lnTo>
                <a:lnTo>
                  <a:pt x="18492" y="9980"/>
                </a:lnTo>
                <a:lnTo>
                  <a:pt x="17942" y="9980"/>
                </a:lnTo>
                <a:lnTo>
                  <a:pt x="17942" y="8534"/>
                </a:lnTo>
                <a:lnTo>
                  <a:pt x="18492" y="8534"/>
                </a:lnTo>
                <a:lnTo>
                  <a:pt x="18492" y="7495"/>
                </a:lnTo>
                <a:lnTo>
                  <a:pt x="17392" y="7495"/>
                </a:lnTo>
                <a:lnTo>
                  <a:pt x="17392" y="3667"/>
                </a:lnTo>
                <a:lnTo>
                  <a:pt x="18492" y="3667"/>
                </a:lnTo>
                <a:lnTo>
                  <a:pt x="18492" y="1"/>
                </a:lnTo>
                <a:lnTo>
                  <a:pt x="10570" y="1"/>
                </a:lnTo>
                <a:lnTo>
                  <a:pt x="10570" y="917"/>
                </a:lnTo>
                <a:lnTo>
                  <a:pt x="8146" y="917"/>
                </a:lnTo>
                <a:lnTo>
                  <a:pt x="8146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128588" algn="bl" rotWithShape="0">
              <a:schemeClr val="lt2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0" name="Google Shape;3240;p63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Stages of Working</a:t>
            </a:r>
          </a:p>
        </p:txBody>
      </p:sp>
      <p:sp>
        <p:nvSpPr>
          <p:cNvPr id="3269" name="Google Shape;3269;p63"/>
          <p:cNvSpPr txBox="1">
            <a:spLocks noGrp="1"/>
          </p:cNvSpPr>
          <p:nvPr>
            <p:ph type="subTitle" idx="1"/>
          </p:nvPr>
        </p:nvSpPr>
        <p:spPr>
          <a:xfrm>
            <a:off x="713225" y="3335392"/>
            <a:ext cx="18510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the idea.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logo.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Make the Main Menu</a:t>
            </a:r>
            <a:endParaRPr dirty="0"/>
          </a:p>
        </p:txBody>
      </p:sp>
      <p:sp>
        <p:nvSpPr>
          <p:cNvPr id="3270" name="Google Shape;3270;p63"/>
          <p:cNvSpPr txBox="1">
            <a:spLocks noGrp="1"/>
          </p:cNvSpPr>
          <p:nvPr>
            <p:ph type="subTitle" idx="2"/>
          </p:nvPr>
        </p:nvSpPr>
        <p:spPr>
          <a:xfrm>
            <a:off x="713225" y="2908657"/>
            <a:ext cx="18510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Week</a:t>
            </a:r>
            <a:endParaRPr dirty="0"/>
          </a:p>
        </p:txBody>
      </p:sp>
      <p:sp>
        <p:nvSpPr>
          <p:cNvPr id="3273" name="Google Shape;3273;p63"/>
          <p:cNvSpPr txBox="1">
            <a:spLocks noGrp="1"/>
          </p:cNvSpPr>
          <p:nvPr>
            <p:ph type="subTitle" idx="5"/>
          </p:nvPr>
        </p:nvSpPr>
        <p:spPr>
          <a:xfrm>
            <a:off x="6039353" y="3335392"/>
            <a:ext cx="18510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the other 2 chapters.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Make the documentation, presentation and Read me</a:t>
            </a:r>
            <a:endParaRPr dirty="0"/>
          </a:p>
        </p:txBody>
      </p:sp>
      <p:sp>
        <p:nvSpPr>
          <p:cNvPr id="3274" name="Google Shape;3274;p63"/>
          <p:cNvSpPr txBox="1">
            <a:spLocks noGrp="1"/>
          </p:cNvSpPr>
          <p:nvPr>
            <p:ph type="subTitle" idx="6"/>
          </p:nvPr>
        </p:nvSpPr>
        <p:spPr>
          <a:xfrm>
            <a:off x="6039353" y="2909654"/>
            <a:ext cx="18510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Third Week</a:t>
            </a:r>
            <a:endParaRPr dirty="0"/>
          </a:p>
        </p:txBody>
      </p:sp>
      <p:sp>
        <p:nvSpPr>
          <p:cNvPr id="3275" name="Google Shape;3275;p63"/>
          <p:cNvSpPr txBox="1">
            <a:spLocks noGrp="1"/>
          </p:cNvSpPr>
          <p:nvPr>
            <p:ph type="subTitle" idx="7"/>
          </p:nvPr>
        </p:nvSpPr>
        <p:spPr>
          <a:xfrm>
            <a:off x="3376289" y="3335392"/>
            <a:ext cx="18510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the first 4 chapters.</a:t>
            </a:r>
            <a:endParaRPr dirty="0"/>
          </a:p>
        </p:txBody>
      </p:sp>
      <p:sp>
        <p:nvSpPr>
          <p:cNvPr id="3276" name="Google Shape;3276;p63"/>
          <p:cNvSpPr txBox="1">
            <a:spLocks noGrp="1"/>
          </p:cNvSpPr>
          <p:nvPr>
            <p:ph type="subTitle" idx="8"/>
          </p:nvPr>
        </p:nvSpPr>
        <p:spPr>
          <a:xfrm>
            <a:off x="3376292" y="2908657"/>
            <a:ext cx="18510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Second Week</a:t>
            </a:r>
            <a:endParaRPr dirty="0"/>
          </a:p>
        </p:txBody>
      </p:sp>
      <p:sp>
        <p:nvSpPr>
          <p:cNvPr id="6" name="Google Shape;2683;p43">
            <a:extLst>
              <a:ext uri="{FF2B5EF4-FFF2-40B4-BE49-F238E27FC236}">
                <a16:creationId xmlns:a16="http://schemas.microsoft.com/office/drawing/2014/main" id="{E89E2053-DEED-D192-51C7-5AF8DDB15BE3}"/>
              </a:ext>
            </a:extLst>
          </p:cNvPr>
          <p:cNvSpPr txBox="1">
            <a:spLocks/>
          </p:cNvSpPr>
          <p:nvPr/>
        </p:nvSpPr>
        <p:spPr>
          <a:xfrm>
            <a:off x="1228261" y="2048040"/>
            <a:ext cx="804000" cy="5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/>
            <a:r>
              <a:rPr lang="en" sz="3200" dirty="0">
                <a:latin typeface="Play" panose="020B0604020202020204" charset="0"/>
              </a:rPr>
              <a:t>01</a:t>
            </a:r>
          </a:p>
        </p:txBody>
      </p:sp>
      <p:sp>
        <p:nvSpPr>
          <p:cNvPr id="9" name="Google Shape;2683;p43">
            <a:extLst>
              <a:ext uri="{FF2B5EF4-FFF2-40B4-BE49-F238E27FC236}">
                <a16:creationId xmlns:a16="http://schemas.microsoft.com/office/drawing/2014/main" id="{122F2A51-E65E-BBE2-D501-F40C6EFB2C58}"/>
              </a:ext>
            </a:extLst>
          </p:cNvPr>
          <p:cNvSpPr txBox="1">
            <a:spLocks/>
          </p:cNvSpPr>
          <p:nvPr/>
        </p:nvSpPr>
        <p:spPr>
          <a:xfrm>
            <a:off x="3899789" y="2033081"/>
            <a:ext cx="804000" cy="5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/>
            <a:r>
              <a:rPr lang="en" sz="3200" dirty="0">
                <a:latin typeface="Play" panose="020B0604020202020204" charset="0"/>
              </a:rPr>
              <a:t>02</a:t>
            </a:r>
          </a:p>
        </p:txBody>
      </p:sp>
      <p:sp>
        <p:nvSpPr>
          <p:cNvPr id="10" name="Google Shape;2683;p43">
            <a:extLst>
              <a:ext uri="{FF2B5EF4-FFF2-40B4-BE49-F238E27FC236}">
                <a16:creationId xmlns:a16="http://schemas.microsoft.com/office/drawing/2014/main" id="{85039724-9823-1D27-3DB7-8B7E773C72D5}"/>
              </a:ext>
            </a:extLst>
          </p:cNvPr>
          <p:cNvSpPr txBox="1">
            <a:spLocks/>
          </p:cNvSpPr>
          <p:nvPr/>
        </p:nvSpPr>
        <p:spPr>
          <a:xfrm>
            <a:off x="6558615" y="2033081"/>
            <a:ext cx="804000" cy="5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/>
            <a:r>
              <a:rPr lang="en" sz="3200" dirty="0">
                <a:latin typeface="Play" panose="020B0604020202020204" charset="0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2" name="Google Shape;3302;p66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Technologies used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D275F6-5D14-3F7A-95AC-258F2FF63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1343" y="1309105"/>
            <a:ext cx="1044900" cy="1175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 transparent background 46437248 PNG">
            <a:extLst>
              <a:ext uri="{FF2B5EF4-FFF2-40B4-BE49-F238E27FC236}">
                <a16:creationId xmlns:a16="http://schemas.microsoft.com/office/drawing/2014/main" id="{F303DE8A-E4E1-CC7C-B1C9-45302E1878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5765" y="1017725"/>
            <a:ext cx="1828389" cy="182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ownload Microsoft PowerPoint Logo in SVG Vector or PNG File Format - Logo .wine">
            <a:extLst>
              <a:ext uri="{FF2B5EF4-FFF2-40B4-BE49-F238E27FC236}">
                <a16:creationId xmlns:a16="http://schemas.microsoft.com/office/drawing/2014/main" id="{FFEB2B12-576E-7D54-0FE2-E0FEBBA0C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5295" y="1232850"/>
            <a:ext cx="2196449" cy="146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wnload Microsoft Word (Multi-Tool Word) Logo in SVG Vector or PNG File  Format - Logo.wine">
            <a:extLst>
              <a:ext uri="{FF2B5EF4-FFF2-40B4-BE49-F238E27FC236}">
                <a16:creationId xmlns:a16="http://schemas.microsoft.com/office/drawing/2014/main" id="{34A5A13C-E460-AF90-1322-25E57D2FF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225" y="3072847"/>
            <a:ext cx="2455806" cy="1637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049E1851-D802-BE19-E0C4-4F24EDE72C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5140" y="3309670"/>
            <a:ext cx="1400381" cy="1400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3" descr="Icon&#10;&#10;Description automatically generated">
            <a:extLst>
              <a:ext uri="{FF2B5EF4-FFF2-40B4-BE49-F238E27FC236}">
                <a16:creationId xmlns:a16="http://schemas.microsoft.com/office/drawing/2014/main" id="{C1C3567E-47D0-4E35-BEFA-A9CB1753B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872937" y="3309670"/>
            <a:ext cx="1234584" cy="11481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1" name="Google Shape;3421;p72"/>
          <p:cNvSpPr txBox="1">
            <a:spLocks noGrp="1"/>
          </p:cNvSpPr>
          <p:nvPr>
            <p:ph type="title"/>
          </p:nvPr>
        </p:nvSpPr>
        <p:spPr>
          <a:xfrm>
            <a:off x="1487389" y="1570478"/>
            <a:ext cx="3597728" cy="16661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4400" b="0" dirty="0"/>
              <a:t>Let’s see the project!</a:t>
            </a:r>
            <a:endParaRPr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Computer Science &amp; Programming by Slidesgo">
  <a:themeElements>
    <a:clrScheme name="Simple Light">
      <a:dk1>
        <a:srgbClr val="000304"/>
      </a:dk1>
      <a:lt1>
        <a:srgbClr val="FFFFFF"/>
      </a:lt1>
      <a:dk2>
        <a:srgbClr val="00A4FF"/>
      </a:dk2>
      <a:lt2>
        <a:srgbClr val="E63B00"/>
      </a:lt2>
      <a:accent1>
        <a:srgbClr val="00E9FF"/>
      </a:accent1>
      <a:accent2>
        <a:srgbClr val="FFFFFF"/>
      </a:accent2>
      <a:accent3>
        <a:srgbClr val="91A7A8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173</Words>
  <Application>Microsoft Office PowerPoint</Application>
  <PresentationFormat>On-screen Show (16:9)</PresentationFormat>
  <Paragraphs>37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Play</vt:lpstr>
      <vt:lpstr>Source Sans Pro</vt:lpstr>
      <vt:lpstr>Arial</vt:lpstr>
      <vt:lpstr>Computer Science &amp; Mathematics Major For College: Computer Science &amp; Programming by Slidesgo</vt:lpstr>
      <vt:lpstr>CodeCraft</vt:lpstr>
      <vt:lpstr>Table of Contents</vt:lpstr>
      <vt:lpstr>Team members</vt:lpstr>
      <vt:lpstr>Idea</vt:lpstr>
      <vt:lpstr>Stages of Working</vt:lpstr>
      <vt:lpstr>Technologies used</vt:lpstr>
      <vt:lpstr>Let’s see the project!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Ivaylo Georgiev</cp:lastModifiedBy>
  <cp:revision>4</cp:revision>
  <dcterms:modified xsi:type="dcterms:W3CDTF">2025-12-07T19:07:44Z</dcterms:modified>
</cp:coreProperties>
</file>