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9"/>
  </p:notesMasterIdLst>
  <p:sldIdLst>
    <p:sldId id="256" r:id="rId2"/>
    <p:sldId id="312" r:id="rId3"/>
    <p:sldId id="259" r:id="rId4"/>
    <p:sldId id="280" r:id="rId5"/>
    <p:sldId id="279" r:id="rId6"/>
    <p:sldId id="282" r:id="rId7"/>
    <p:sldId id="288" r:id="rId8"/>
  </p:sldIdLst>
  <p:sldSz cx="9144000" cy="5143500" type="screen16x9"/>
  <p:notesSz cx="6858000" cy="9144000"/>
  <p:embeddedFontLst>
    <p:embeddedFont>
      <p:font typeface="Play" panose="020B0604020202020204" charset="0"/>
      <p:regular r:id="rId10"/>
      <p:bold r:id="rId11"/>
    </p:embeddedFont>
    <p:embeddedFont>
      <p:font typeface="Source Sans Pro" panose="020B0503030403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11">
          <p15:clr>
            <a:srgbClr val="EA433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33C65A-F020-4F90-9968-5DA374539872}">
  <a:tblStyle styleId="{FE33C65A-F020-4F90-9968-5DA3745398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720" y="86"/>
      </p:cViewPr>
      <p:guideLst>
        <p:guide pos="5311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g10b651380e3_0_1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6" name="Google Shape;2636;g10b651380e3_0_1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g10b651380e3_0_1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4" name="Google Shape;2664;g10b651380e3_0_1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g10b651380e3_0_1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4" name="Google Shape;2664;g10b651380e3_0_1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" name="Google Shape;3278;g10a69f07881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9" name="Google Shape;3279;g10a69f07881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9" name="Google Shape;3229;g10a69f07881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0" name="Google Shape;3230;g10a69f07881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9" name="Google Shape;3299;g10a69f07881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0" name="Google Shape;3300;g10a69f07881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g10a9ee379fb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4" name="Google Shape;3414;g10a9ee379fb_0_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82800" y="1285125"/>
            <a:ext cx="6578400" cy="22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11600" y="3865700"/>
            <a:ext cx="4720800" cy="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640848" y="2185426"/>
            <a:ext cx="4088811" cy="4088811"/>
            <a:chOff x="-3640848" y="2185426"/>
            <a:chExt cx="4088811" cy="4088811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2722250" y="-1079764"/>
            <a:ext cx="3769563" cy="11358057"/>
            <a:chOff x="-2722250" y="-1079764"/>
            <a:chExt cx="3769563" cy="11358057"/>
          </a:xfrm>
        </p:grpSpPr>
        <p:sp>
          <p:nvSpPr>
            <p:cNvPr id="15" name="Google Shape;15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746900" y="-550225"/>
            <a:ext cx="1982975" cy="2013575"/>
            <a:chOff x="746900" y="-550225"/>
            <a:chExt cx="1982975" cy="2013575"/>
          </a:xfrm>
        </p:grpSpPr>
        <p:sp>
          <p:nvSpPr>
            <p:cNvPr id="30" name="Google Shape;30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8129425" y="2555026"/>
            <a:ext cx="4222888" cy="4088811"/>
            <a:chOff x="8129425" y="2555026"/>
            <a:chExt cx="4222888" cy="4088811"/>
          </a:xfrm>
        </p:grpSpPr>
        <p:sp>
          <p:nvSpPr>
            <p:cNvPr id="35" name="Google Shape;35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8430775" y="-2181926"/>
            <a:ext cx="2504551" cy="4575301"/>
            <a:chOff x="8430775" y="-2181926"/>
            <a:chExt cx="2504551" cy="4575301"/>
          </a:xfrm>
        </p:grpSpPr>
        <p:sp>
          <p:nvSpPr>
            <p:cNvPr id="44" name="Google Shape;44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rot="10800000" flipH="1">
            <a:off x="4980106" y="-10605742"/>
            <a:ext cx="3769563" cy="11358057"/>
            <a:chOff x="-2722250" y="-1079764"/>
            <a:chExt cx="3769563" cy="11358057"/>
          </a:xfrm>
        </p:grpSpPr>
        <p:sp>
          <p:nvSpPr>
            <p:cNvPr id="49" name="Google Shape;49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365" name="Google Shape;365;p6"/>
          <p:cNvGrpSpPr/>
          <p:nvPr/>
        </p:nvGrpSpPr>
        <p:grpSpPr>
          <a:xfrm>
            <a:off x="8681163" y="-2011948"/>
            <a:ext cx="3721951" cy="12135923"/>
            <a:chOff x="-3170262" y="3452177"/>
            <a:chExt cx="3721951" cy="12135923"/>
          </a:xfrm>
        </p:grpSpPr>
        <p:sp>
          <p:nvSpPr>
            <p:cNvPr id="366" name="Google Shape;366;p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6"/>
          <p:cNvGrpSpPr/>
          <p:nvPr/>
        </p:nvGrpSpPr>
        <p:grpSpPr>
          <a:xfrm>
            <a:off x="-3325500" y="-70089"/>
            <a:ext cx="3769563" cy="11358057"/>
            <a:chOff x="-2722250" y="-1079764"/>
            <a:chExt cx="3769563" cy="11358057"/>
          </a:xfrm>
        </p:grpSpPr>
        <p:sp>
          <p:nvSpPr>
            <p:cNvPr id="421" name="Google Shape;421;p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6"/>
          <p:cNvGrpSpPr/>
          <p:nvPr/>
        </p:nvGrpSpPr>
        <p:grpSpPr>
          <a:xfrm rot="10800000">
            <a:off x="614519" y="-1255848"/>
            <a:ext cx="1982975" cy="2013575"/>
            <a:chOff x="746900" y="-550225"/>
            <a:chExt cx="1982975" cy="2013575"/>
          </a:xfrm>
        </p:grpSpPr>
        <p:sp>
          <p:nvSpPr>
            <p:cNvPr id="436" name="Google Shape;436;p6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/>
            <a:lstStyle/>
            <a:p>
              <a:endParaRPr lang="bg-BG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3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"/>
          </p:nvPr>
        </p:nvSpPr>
        <p:spPr>
          <a:xfrm>
            <a:off x="1975600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2"/>
          </p:nvPr>
        </p:nvSpPr>
        <p:spPr>
          <a:xfrm>
            <a:off x="1975600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title" idx="3" hasCustomPrompt="1"/>
          </p:nvPr>
        </p:nvSpPr>
        <p:spPr>
          <a:xfrm>
            <a:off x="1049261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4" hasCustomPrompt="1"/>
          </p:nvPr>
        </p:nvSpPr>
        <p:spPr>
          <a:xfrm>
            <a:off x="4904736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5" hasCustomPrompt="1"/>
          </p:nvPr>
        </p:nvSpPr>
        <p:spPr>
          <a:xfrm>
            <a:off x="1049261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6" hasCustomPrompt="1"/>
          </p:nvPr>
        </p:nvSpPr>
        <p:spPr>
          <a:xfrm>
            <a:off x="4904736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subTitle" idx="7"/>
          </p:nvPr>
        </p:nvSpPr>
        <p:spPr>
          <a:xfrm>
            <a:off x="1975600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13"/>
          <p:cNvSpPr txBox="1">
            <a:spLocks noGrp="1"/>
          </p:cNvSpPr>
          <p:nvPr>
            <p:ph type="subTitle" idx="8"/>
          </p:nvPr>
        </p:nvSpPr>
        <p:spPr>
          <a:xfrm>
            <a:off x="1975600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13" name="Google Shape;713;p13"/>
          <p:cNvSpPr txBox="1">
            <a:spLocks noGrp="1"/>
          </p:cNvSpPr>
          <p:nvPr>
            <p:ph type="subTitle" idx="9"/>
          </p:nvPr>
        </p:nvSpPr>
        <p:spPr>
          <a:xfrm>
            <a:off x="5831075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13"/>
          <p:cNvSpPr txBox="1">
            <a:spLocks noGrp="1"/>
          </p:cNvSpPr>
          <p:nvPr>
            <p:ph type="subTitle" idx="13"/>
          </p:nvPr>
        </p:nvSpPr>
        <p:spPr>
          <a:xfrm>
            <a:off x="5831075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15" name="Google Shape;715;p13"/>
          <p:cNvSpPr txBox="1">
            <a:spLocks noGrp="1"/>
          </p:cNvSpPr>
          <p:nvPr>
            <p:ph type="subTitle" idx="14"/>
          </p:nvPr>
        </p:nvSpPr>
        <p:spPr>
          <a:xfrm>
            <a:off x="5831075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13"/>
          <p:cNvSpPr txBox="1">
            <a:spLocks noGrp="1"/>
          </p:cNvSpPr>
          <p:nvPr>
            <p:ph type="subTitle" idx="15"/>
          </p:nvPr>
        </p:nvSpPr>
        <p:spPr>
          <a:xfrm>
            <a:off x="5831075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grpSp>
        <p:nvGrpSpPr>
          <p:cNvPr id="717" name="Google Shape;717;p13"/>
          <p:cNvGrpSpPr/>
          <p:nvPr/>
        </p:nvGrpSpPr>
        <p:grpSpPr>
          <a:xfrm>
            <a:off x="-3130987" y="-4899154"/>
            <a:ext cx="3721951" cy="12135923"/>
            <a:chOff x="-3170262" y="3452177"/>
            <a:chExt cx="3721951" cy="12135923"/>
          </a:xfrm>
        </p:grpSpPr>
        <p:sp>
          <p:nvSpPr>
            <p:cNvPr id="718" name="Google Shape;718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" name="Google Shape;774;p13"/>
          <p:cNvGrpSpPr/>
          <p:nvPr/>
        </p:nvGrpSpPr>
        <p:grpSpPr>
          <a:xfrm flipH="1">
            <a:off x="6309193" y="4399246"/>
            <a:ext cx="3769563" cy="11358057"/>
            <a:chOff x="-2722250" y="-1079764"/>
            <a:chExt cx="3769563" cy="11358057"/>
          </a:xfrm>
        </p:grpSpPr>
        <p:sp>
          <p:nvSpPr>
            <p:cNvPr id="775" name="Google Shape;775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13"/>
          <p:cNvGrpSpPr/>
          <p:nvPr/>
        </p:nvGrpSpPr>
        <p:grpSpPr>
          <a:xfrm>
            <a:off x="8626375" y="-2137135"/>
            <a:ext cx="618526" cy="5831511"/>
            <a:chOff x="8626375" y="-2137135"/>
            <a:chExt cx="618526" cy="5831511"/>
          </a:xfrm>
        </p:grpSpPr>
        <p:sp>
          <p:nvSpPr>
            <p:cNvPr id="790" name="Google Shape;790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794;p13"/>
          <p:cNvGrpSpPr/>
          <p:nvPr/>
        </p:nvGrpSpPr>
        <p:grpSpPr>
          <a:xfrm>
            <a:off x="851178" y="3217515"/>
            <a:ext cx="3146276" cy="3021722"/>
            <a:chOff x="851178" y="3217515"/>
            <a:chExt cx="3146276" cy="3021722"/>
          </a:xfrm>
        </p:grpSpPr>
        <p:sp>
          <p:nvSpPr>
            <p:cNvPr id="795" name="Google Shape;795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2_1_1_1_1_1_1_1_1"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25"/>
          <p:cNvSpPr txBox="1">
            <a:spLocks noGrp="1"/>
          </p:cNvSpPr>
          <p:nvPr>
            <p:ph type="title"/>
          </p:nvPr>
        </p:nvSpPr>
        <p:spPr>
          <a:xfrm>
            <a:off x="1362400" y="1300763"/>
            <a:ext cx="3161700" cy="11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77" name="Google Shape;1577;p25"/>
          <p:cNvSpPr txBox="1">
            <a:spLocks noGrp="1"/>
          </p:cNvSpPr>
          <p:nvPr>
            <p:ph type="subTitle" idx="1"/>
          </p:nvPr>
        </p:nvSpPr>
        <p:spPr>
          <a:xfrm>
            <a:off x="1362400" y="2548050"/>
            <a:ext cx="3161700" cy="1199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grpSp>
        <p:nvGrpSpPr>
          <p:cNvPr id="1578" name="Google Shape;1578;p25"/>
          <p:cNvGrpSpPr/>
          <p:nvPr/>
        </p:nvGrpSpPr>
        <p:grpSpPr>
          <a:xfrm rot="5400000">
            <a:off x="1266764" y="4562626"/>
            <a:ext cx="4222888" cy="4088811"/>
            <a:chOff x="8129425" y="2555026"/>
            <a:chExt cx="4222888" cy="4088811"/>
          </a:xfrm>
        </p:grpSpPr>
        <p:sp>
          <p:nvSpPr>
            <p:cNvPr id="1579" name="Google Shape;1579;p2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25"/>
          <p:cNvGrpSpPr/>
          <p:nvPr/>
        </p:nvGrpSpPr>
        <p:grpSpPr>
          <a:xfrm flipH="1">
            <a:off x="8150363" y="-4899154"/>
            <a:ext cx="3721951" cy="12135923"/>
            <a:chOff x="-3170262" y="3452177"/>
            <a:chExt cx="3721951" cy="12135923"/>
          </a:xfrm>
        </p:grpSpPr>
        <p:sp>
          <p:nvSpPr>
            <p:cNvPr id="1588" name="Google Shape;1588;p2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2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2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2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2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2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2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2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2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4" name="Google Shape;1644;p25"/>
          <p:cNvGrpSpPr/>
          <p:nvPr/>
        </p:nvGrpSpPr>
        <p:grpSpPr>
          <a:xfrm flipH="1">
            <a:off x="-3056332" y="-1665102"/>
            <a:ext cx="3769563" cy="11358057"/>
            <a:chOff x="-2722250" y="-1079764"/>
            <a:chExt cx="3769563" cy="11358057"/>
          </a:xfrm>
        </p:grpSpPr>
        <p:sp>
          <p:nvSpPr>
            <p:cNvPr id="1645" name="Google Shape;1645;p2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6_1"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30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959" name="Google Shape;1959;p30"/>
          <p:cNvGrpSpPr/>
          <p:nvPr/>
        </p:nvGrpSpPr>
        <p:grpSpPr>
          <a:xfrm>
            <a:off x="-3612573" y="3546476"/>
            <a:ext cx="4088811" cy="4088811"/>
            <a:chOff x="-3640848" y="2185426"/>
            <a:chExt cx="4088811" cy="4088811"/>
          </a:xfrm>
        </p:grpSpPr>
        <p:sp>
          <p:nvSpPr>
            <p:cNvPr id="1960" name="Google Shape;1960;p30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0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2" name="Google Shape;1962;p30"/>
          <p:cNvGrpSpPr/>
          <p:nvPr/>
        </p:nvGrpSpPr>
        <p:grpSpPr>
          <a:xfrm>
            <a:off x="-1350577" y="383600"/>
            <a:ext cx="1928770" cy="2826596"/>
            <a:chOff x="-1350577" y="383600"/>
            <a:chExt cx="1928770" cy="2826596"/>
          </a:xfrm>
        </p:grpSpPr>
        <p:sp>
          <p:nvSpPr>
            <p:cNvPr id="1963" name="Google Shape;1963;p30"/>
            <p:cNvSpPr/>
            <p:nvPr/>
          </p:nvSpPr>
          <p:spPr>
            <a:xfrm rot="5400000">
              <a:off x="-1711634" y="920412"/>
              <a:ext cx="2650694" cy="1753015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0"/>
            <p:cNvSpPr/>
            <p:nvPr/>
          </p:nvSpPr>
          <p:spPr>
            <a:xfrm flipH="1">
              <a:off x="-1350577" y="3034311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0"/>
            <p:cNvSpPr/>
            <p:nvPr/>
          </p:nvSpPr>
          <p:spPr>
            <a:xfrm flipH="1">
              <a:off x="402308" y="383600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0"/>
            <p:cNvSpPr/>
            <p:nvPr/>
          </p:nvSpPr>
          <p:spPr>
            <a:xfrm flipH="1">
              <a:off x="402308" y="80986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0"/>
            <p:cNvSpPr/>
            <p:nvPr/>
          </p:nvSpPr>
          <p:spPr>
            <a:xfrm rot="5400000">
              <a:off x="-1711634" y="920412"/>
              <a:ext cx="2650694" cy="1753015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0"/>
            <p:cNvSpPr/>
            <p:nvPr/>
          </p:nvSpPr>
          <p:spPr>
            <a:xfrm flipH="1">
              <a:off x="-1350577" y="3034311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0"/>
            <p:cNvSpPr/>
            <p:nvPr/>
          </p:nvSpPr>
          <p:spPr>
            <a:xfrm flipH="1">
              <a:off x="402308" y="383600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0"/>
            <p:cNvSpPr/>
            <p:nvPr/>
          </p:nvSpPr>
          <p:spPr>
            <a:xfrm flipH="1">
              <a:off x="402308" y="80986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1" name="Google Shape;1971;p30"/>
          <p:cNvSpPr txBox="1">
            <a:spLocks noGrp="1"/>
          </p:cNvSpPr>
          <p:nvPr>
            <p:ph type="subTitle" idx="1"/>
          </p:nvPr>
        </p:nvSpPr>
        <p:spPr>
          <a:xfrm>
            <a:off x="713225" y="3335392"/>
            <a:ext cx="18510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2" name="Google Shape;1972;p30"/>
          <p:cNvSpPr txBox="1">
            <a:spLocks noGrp="1"/>
          </p:cNvSpPr>
          <p:nvPr>
            <p:ph type="subTitle" idx="2"/>
          </p:nvPr>
        </p:nvSpPr>
        <p:spPr>
          <a:xfrm>
            <a:off x="713225" y="2908657"/>
            <a:ext cx="18510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1973" name="Google Shape;1973;p30"/>
          <p:cNvSpPr txBox="1">
            <a:spLocks noGrp="1"/>
          </p:cNvSpPr>
          <p:nvPr>
            <p:ph type="subTitle" idx="3"/>
          </p:nvPr>
        </p:nvSpPr>
        <p:spPr>
          <a:xfrm>
            <a:off x="6579725" y="3335392"/>
            <a:ext cx="18510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4" name="Google Shape;1974;p30"/>
          <p:cNvSpPr txBox="1">
            <a:spLocks noGrp="1"/>
          </p:cNvSpPr>
          <p:nvPr>
            <p:ph type="subTitle" idx="4"/>
          </p:nvPr>
        </p:nvSpPr>
        <p:spPr>
          <a:xfrm>
            <a:off x="6579725" y="2908657"/>
            <a:ext cx="18510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grpSp>
        <p:nvGrpSpPr>
          <p:cNvPr id="1975" name="Google Shape;1975;p30"/>
          <p:cNvGrpSpPr/>
          <p:nvPr/>
        </p:nvGrpSpPr>
        <p:grpSpPr>
          <a:xfrm>
            <a:off x="6292929" y="-4592"/>
            <a:ext cx="5178842" cy="5178453"/>
            <a:chOff x="6292929" y="-4592"/>
            <a:chExt cx="5178842" cy="5178453"/>
          </a:xfrm>
        </p:grpSpPr>
        <p:sp>
          <p:nvSpPr>
            <p:cNvPr id="1976" name="Google Shape;1976;p30"/>
            <p:cNvSpPr/>
            <p:nvPr/>
          </p:nvSpPr>
          <p:spPr>
            <a:xfrm rot="2716073" flipH="1">
              <a:off x="7066103" y="73898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0"/>
            <p:cNvSpPr/>
            <p:nvPr/>
          </p:nvSpPr>
          <p:spPr>
            <a:xfrm rot="2716073" flipH="1">
              <a:off x="7066103" y="73898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0"/>
            <p:cNvSpPr/>
            <p:nvPr/>
          </p:nvSpPr>
          <p:spPr>
            <a:xfrm rot="5400000" flipH="1">
              <a:off x="8498352" y="4465344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0"/>
            <p:cNvSpPr/>
            <p:nvPr/>
          </p:nvSpPr>
          <p:spPr>
            <a:xfrm rot="5400000" flipH="1">
              <a:off x="8498352" y="4465344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0" name="Google Shape;1980;p30"/>
          <p:cNvSpPr txBox="1">
            <a:spLocks noGrp="1"/>
          </p:cNvSpPr>
          <p:nvPr>
            <p:ph type="subTitle" idx="5"/>
          </p:nvPr>
        </p:nvSpPr>
        <p:spPr>
          <a:xfrm>
            <a:off x="4624225" y="3335392"/>
            <a:ext cx="18510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1" name="Google Shape;1981;p30"/>
          <p:cNvSpPr txBox="1">
            <a:spLocks noGrp="1"/>
          </p:cNvSpPr>
          <p:nvPr>
            <p:ph type="subTitle" idx="6"/>
          </p:nvPr>
        </p:nvSpPr>
        <p:spPr>
          <a:xfrm>
            <a:off x="4624225" y="2908657"/>
            <a:ext cx="18510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1982" name="Google Shape;1982;p30"/>
          <p:cNvSpPr txBox="1">
            <a:spLocks noGrp="1"/>
          </p:cNvSpPr>
          <p:nvPr>
            <p:ph type="subTitle" idx="7"/>
          </p:nvPr>
        </p:nvSpPr>
        <p:spPr>
          <a:xfrm>
            <a:off x="2668725" y="3335392"/>
            <a:ext cx="18510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3" name="Google Shape;1983;p30"/>
          <p:cNvSpPr txBox="1">
            <a:spLocks noGrp="1"/>
          </p:cNvSpPr>
          <p:nvPr>
            <p:ph type="subTitle" idx="8"/>
          </p:nvPr>
        </p:nvSpPr>
        <p:spPr>
          <a:xfrm>
            <a:off x="2668725" y="2908657"/>
            <a:ext cx="18510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6_1_1"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31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986" name="Google Shape;1986;p31"/>
          <p:cNvGrpSpPr/>
          <p:nvPr/>
        </p:nvGrpSpPr>
        <p:grpSpPr>
          <a:xfrm rot="10800000" flipH="1">
            <a:off x="8280700" y="-1086319"/>
            <a:ext cx="4222888" cy="4088811"/>
            <a:chOff x="8129425" y="2555026"/>
            <a:chExt cx="4222888" cy="4088811"/>
          </a:xfrm>
        </p:grpSpPr>
        <p:sp>
          <p:nvSpPr>
            <p:cNvPr id="1987" name="Google Shape;1987;p31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1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1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1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1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1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1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1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5" name="Google Shape;1995;p31"/>
          <p:cNvGrpSpPr/>
          <p:nvPr/>
        </p:nvGrpSpPr>
        <p:grpSpPr>
          <a:xfrm>
            <a:off x="-3008737" y="-4892867"/>
            <a:ext cx="3721951" cy="12135923"/>
            <a:chOff x="-3170262" y="3452177"/>
            <a:chExt cx="3721951" cy="12135923"/>
          </a:xfrm>
        </p:grpSpPr>
        <p:sp>
          <p:nvSpPr>
            <p:cNvPr id="1996" name="Google Shape;1996;p31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1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1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1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1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1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1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1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1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1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1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1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1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1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1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1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1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1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1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1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1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1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1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1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2" name="Google Shape;2052;p31"/>
          <p:cNvGrpSpPr/>
          <p:nvPr/>
        </p:nvGrpSpPr>
        <p:grpSpPr>
          <a:xfrm>
            <a:off x="3324825" y="4560924"/>
            <a:ext cx="6966899" cy="300288"/>
            <a:chOff x="3324825" y="4560924"/>
            <a:chExt cx="6966899" cy="300288"/>
          </a:xfrm>
        </p:grpSpPr>
        <p:sp>
          <p:nvSpPr>
            <p:cNvPr id="2053" name="Google Shape;2053;p31"/>
            <p:cNvSpPr/>
            <p:nvPr/>
          </p:nvSpPr>
          <p:spPr>
            <a:xfrm rot="5400000" flipH="1">
              <a:off x="6768469" y="133795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1"/>
            <p:cNvSpPr/>
            <p:nvPr/>
          </p:nvSpPr>
          <p:spPr>
            <a:xfrm rot="10800000">
              <a:off x="6513499" y="45609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1"/>
            <p:cNvSpPr/>
            <p:nvPr/>
          </p:nvSpPr>
          <p:spPr>
            <a:xfrm rot="10800000">
              <a:off x="6513499" y="45609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1"/>
            <p:cNvSpPr/>
            <p:nvPr/>
          </p:nvSpPr>
          <p:spPr>
            <a:xfrm>
              <a:off x="3324825" y="461970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7" name="Google Shape;2057;p31"/>
          <p:cNvSpPr txBox="1">
            <a:spLocks noGrp="1"/>
          </p:cNvSpPr>
          <p:nvPr>
            <p:ph type="subTitle" idx="1"/>
          </p:nvPr>
        </p:nvSpPr>
        <p:spPr>
          <a:xfrm>
            <a:off x="4677087" y="18561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8" name="Google Shape;2058;p31"/>
          <p:cNvSpPr txBox="1">
            <a:spLocks noGrp="1"/>
          </p:cNvSpPr>
          <p:nvPr>
            <p:ph type="subTitle" idx="2"/>
          </p:nvPr>
        </p:nvSpPr>
        <p:spPr>
          <a:xfrm>
            <a:off x="4677087" y="14749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59" name="Google Shape;2059;p31"/>
          <p:cNvSpPr txBox="1">
            <a:spLocks noGrp="1"/>
          </p:cNvSpPr>
          <p:nvPr>
            <p:ph type="subTitle" idx="3"/>
          </p:nvPr>
        </p:nvSpPr>
        <p:spPr>
          <a:xfrm>
            <a:off x="827525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0" name="Google Shape;2060;p31"/>
          <p:cNvSpPr txBox="1">
            <a:spLocks noGrp="1"/>
          </p:cNvSpPr>
          <p:nvPr>
            <p:ph type="subTitle" idx="4"/>
          </p:nvPr>
        </p:nvSpPr>
        <p:spPr>
          <a:xfrm>
            <a:off x="827525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61" name="Google Shape;2061;p31"/>
          <p:cNvSpPr txBox="1">
            <a:spLocks noGrp="1"/>
          </p:cNvSpPr>
          <p:nvPr>
            <p:ph type="subTitle" idx="5"/>
          </p:nvPr>
        </p:nvSpPr>
        <p:spPr>
          <a:xfrm>
            <a:off x="5960275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2" name="Google Shape;2062;p31"/>
          <p:cNvSpPr txBox="1">
            <a:spLocks noGrp="1"/>
          </p:cNvSpPr>
          <p:nvPr>
            <p:ph type="subTitle" idx="6"/>
          </p:nvPr>
        </p:nvSpPr>
        <p:spPr>
          <a:xfrm>
            <a:off x="5960275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63" name="Google Shape;2063;p31"/>
          <p:cNvSpPr txBox="1">
            <a:spLocks noGrp="1"/>
          </p:cNvSpPr>
          <p:nvPr>
            <p:ph type="subTitle" idx="7"/>
          </p:nvPr>
        </p:nvSpPr>
        <p:spPr>
          <a:xfrm>
            <a:off x="3393900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4" name="Google Shape;2064;p31"/>
          <p:cNvSpPr txBox="1">
            <a:spLocks noGrp="1"/>
          </p:cNvSpPr>
          <p:nvPr>
            <p:ph type="subTitle" idx="8"/>
          </p:nvPr>
        </p:nvSpPr>
        <p:spPr>
          <a:xfrm>
            <a:off x="3393900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2065" name="Google Shape;2065;p31"/>
          <p:cNvSpPr txBox="1">
            <a:spLocks noGrp="1"/>
          </p:cNvSpPr>
          <p:nvPr>
            <p:ph type="subTitle" idx="9"/>
          </p:nvPr>
        </p:nvSpPr>
        <p:spPr>
          <a:xfrm>
            <a:off x="2110713" y="18561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6" name="Google Shape;2066;p31"/>
          <p:cNvSpPr txBox="1">
            <a:spLocks noGrp="1"/>
          </p:cNvSpPr>
          <p:nvPr>
            <p:ph type="subTitle" idx="13"/>
          </p:nvPr>
        </p:nvSpPr>
        <p:spPr>
          <a:xfrm>
            <a:off x="2110713" y="14749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000" b="1"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cxnSp>
        <p:nvCxnSpPr>
          <p:cNvPr id="2465" name="Google Shape;2465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466" name="Google Shape;2466;p35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2467" name="Google Shape;2467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5" name="Google Shape;2475;p35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2476" name="Google Shape;2476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0" name="Google Shape;2490;p35"/>
          <p:cNvGrpSpPr/>
          <p:nvPr/>
        </p:nvGrpSpPr>
        <p:grpSpPr>
          <a:xfrm rot="10800000" flipH="1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2491" name="Google Shape;2491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0" name="Google Shape;2500;p35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2501" name="Google Shape;2501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9" name="Google Shape;2509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sp>
        <p:nvSpPr>
          <p:cNvPr id="2510" name="Google Shape;2510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11" name="Google Shape;2511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512" name="Google Shape;2512;p35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2513" name="Google Shape;2513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4" name="Google Shape;2514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6" name="Google Shape;2516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7" name="Google Shape;2517;p35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2518" name="Google Shape;2518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9" name="Google Shape;2519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21" name="Google Shape;2521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524" name="Google Shape;2524;p36"/>
          <p:cNvGrpSpPr/>
          <p:nvPr/>
        </p:nvGrpSpPr>
        <p:grpSpPr>
          <a:xfrm>
            <a:off x="-2459612" y="638961"/>
            <a:ext cx="3769563" cy="11358057"/>
            <a:chOff x="-2722250" y="-1079764"/>
            <a:chExt cx="3769563" cy="11358057"/>
          </a:xfrm>
        </p:grpSpPr>
        <p:sp>
          <p:nvSpPr>
            <p:cNvPr id="2525" name="Google Shape;2525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9" name="Google Shape;2539;p36"/>
          <p:cNvGrpSpPr/>
          <p:nvPr/>
        </p:nvGrpSpPr>
        <p:grpSpPr>
          <a:xfrm>
            <a:off x="-444950" y="2746461"/>
            <a:ext cx="1158175" cy="2819114"/>
            <a:chOff x="-444950" y="2746461"/>
            <a:chExt cx="1158175" cy="2819114"/>
          </a:xfrm>
        </p:grpSpPr>
        <p:sp>
          <p:nvSpPr>
            <p:cNvPr id="2540" name="Google Shape;2540;p36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1" name="Google Shape;2541;p36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6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6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4" name="Google Shape;2544;p36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6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8" name="Google Shape;2548;p36"/>
          <p:cNvGrpSpPr/>
          <p:nvPr/>
        </p:nvGrpSpPr>
        <p:grpSpPr>
          <a:xfrm>
            <a:off x="8118013" y="1690211"/>
            <a:ext cx="3769563" cy="11358057"/>
            <a:chOff x="-2722250" y="-1079764"/>
            <a:chExt cx="3769563" cy="11358057"/>
          </a:xfrm>
        </p:grpSpPr>
        <p:sp>
          <p:nvSpPr>
            <p:cNvPr id="2549" name="Google Shape;2549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3" name="Google Shape;2563;p36"/>
          <p:cNvGrpSpPr/>
          <p:nvPr/>
        </p:nvGrpSpPr>
        <p:grpSpPr>
          <a:xfrm rot="-5400000" flipH="1">
            <a:off x="14326746" y="-8155174"/>
            <a:ext cx="5570272" cy="18162622"/>
            <a:chOff x="-3170262" y="3452177"/>
            <a:chExt cx="3721951" cy="12135923"/>
          </a:xfrm>
        </p:grpSpPr>
        <p:sp>
          <p:nvSpPr>
            <p:cNvPr id="2564" name="Google Shape;2564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0" name="Google Shape;2620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621" name="Google Shape;2621;p36"/>
          <p:cNvGrpSpPr/>
          <p:nvPr/>
        </p:nvGrpSpPr>
        <p:grpSpPr>
          <a:xfrm>
            <a:off x="8342610" y="-1257510"/>
            <a:ext cx="1632765" cy="4501735"/>
            <a:chOff x="8342610" y="-1257510"/>
            <a:chExt cx="1632765" cy="4501735"/>
          </a:xfrm>
        </p:grpSpPr>
        <p:sp>
          <p:nvSpPr>
            <p:cNvPr id="2622" name="Google Shape;2622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4" name="Google Shape;2624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5" name="Google Shape;2625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6" name="Google Shape;2626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59" r:id="rId4"/>
    <p:sldLayoutId id="2147483671" r:id="rId5"/>
    <p:sldLayoutId id="2147483676" r:id="rId6"/>
    <p:sldLayoutId id="2147483677" r:id="rId7"/>
    <p:sldLayoutId id="2147483681" r:id="rId8"/>
    <p:sldLayoutId id="214748368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hyperlink" Target="https://www.elcarmelo.ed.cr/index.php/informacion/163-microsoft-team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Google Shape;2638;p40"/>
          <p:cNvSpPr txBox="1">
            <a:spLocks noGrp="1"/>
          </p:cNvSpPr>
          <p:nvPr>
            <p:ph type="ctrTitle"/>
          </p:nvPr>
        </p:nvSpPr>
        <p:spPr>
          <a:xfrm>
            <a:off x="2365175" y="2545670"/>
            <a:ext cx="4285396" cy="655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>
                <a:solidFill>
                  <a:schemeClr val="lt2"/>
                </a:solidFill>
              </a:rPr>
              <a:t>CodeCraft</a:t>
            </a:r>
            <a:endParaRPr sz="6600" dirty="0"/>
          </a:p>
        </p:txBody>
      </p:sp>
      <p:cxnSp>
        <p:nvCxnSpPr>
          <p:cNvPr id="2640" name="Google Shape;2640;p40"/>
          <p:cNvCxnSpPr/>
          <p:nvPr/>
        </p:nvCxnSpPr>
        <p:spPr>
          <a:xfrm>
            <a:off x="2500475" y="3663720"/>
            <a:ext cx="4177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641" name="Google Shape;2641;p40"/>
          <p:cNvGrpSpPr/>
          <p:nvPr/>
        </p:nvGrpSpPr>
        <p:grpSpPr>
          <a:xfrm>
            <a:off x="2365175" y="3596070"/>
            <a:ext cx="4447650" cy="135300"/>
            <a:chOff x="2365175" y="3596070"/>
            <a:chExt cx="4447650" cy="135300"/>
          </a:xfrm>
        </p:grpSpPr>
        <p:sp>
          <p:nvSpPr>
            <p:cNvPr id="2642" name="Google Shape;2642;p40"/>
            <p:cNvSpPr/>
            <p:nvPr/>
          </p:nvSpPr>
          <p:spPr>
            <a:xfrm>
              <a:off x="236517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40"/>
            <p:cNvSpPr/>
            <p:nvPr/>
          </p:nvSpPr>
          <p:spPr>
            <a:xfrm>
              <a:off x="667752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44" name="Google Shape;2644;p40"/>
            <p:cNvCxnSpPr>
              <a:stCxn id="2642" idx="6"/>
              <a:endCxn id="2643" idx="2"/>
            </p:cNvCxnSpPr>
            <p:nvPr/>
          </p:nvCxnSpPr>
          <p:spPr>
            <a:xfrm>
              <a:off x="2500475" y="3663720"/>
              <a:ext cx="4177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6" name="Google Shape;2666;p43"/>
          <p:cNvGrpSpPr/>
          <p:nvPr/>
        </p:nvGrpSpPr>
        <p:grpSpPr>
          <a:xfrm>
            <a:off x="1053497" y="3073586"/>
            <a:ext cx="795537" cy="795537"/>
            <a:chOff x="851175" y="1582401"/>
            <a:chExt cx="964872" cy="964872"/>
          </a:xfrm>
        </p:grpSpPr>
        <p:sp>
          <p:nvSpPr>
            <p:cNvPr id="2667" name="Google Shape;2667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9" name="Google Shape;2669;p43"/>
          <p:cNvGrpSpPr/>
          <p:nvPr/>
        </p:nvGrpSpPr>
        <p:grpSpPr>
          <a:xfrm>
            <a:off x="4908972" y="3073586"/>
            <a:ext cx="795537" cy="795537"/>
            <a:chOff x="851175" y="1582401"/>
            <a:chExt cx="964872" cy="964872"/>
          </a:xfrm>
        </p:grpSpPr>
        <p:sp>
          <p:nvSpPr>
            <p:cNvPr id="2670" name="Google Shape;2670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2" name="Google Shape;2672;p43"/>
          <p:cNvGrpSpPr/>
          <p:nvPr/>
        </p:nvGrpSpPr>
        <p:grpSpPr>
          <a:xfrm>
            <a:off x="4908972" y="1743274"/>
            <a:ext cx="795537" cy="795537"/>
            <a:chOff x="851175" y="1582401"/>
            <a:chExt cx="964872" cy="964872"/>
          </a:xfrm>
        </p:grpSpPr>
        <p:sp>
          <p:nvSpPr>
            <p:cNvPr id="2673" name="Google Shape;2673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5" name="Google Shape;2675;p43"/>
          <p:cNvGrpSpPr/>
          <p:nvPr/>
        </p:nvGrpSpPr>
        <p:grpSpPr>
          <a:xfrm>
            <a:off x="1053497" y="1743286"/>
            <a:ext cx="795537" cy="795537"/>
            <a:chOff x="851175" y="1582401"/>
            <a:chExt cx="964872" cy="964872"/>
          </a:xfrm>
        </p:grpSpPr>
        <p:sp>
          <p:nvSpPr>
            <p:cNvPr id="2676" name="Google Shape;2676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4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8" name="Google Shape;2678;p43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Table of Contents</a:t>
            </a:r>
            <a:endParaRPr dirty="0"/>
          </a:p>
        </p:txBody>
      </p:sp>
      <p:sp>
        <p:nvSpPr>
          <p:cNvPr id="2680" name="Google Shape;2680;p43"/>
          <p:cNvSpPr txBox="1">
            <a:spLocks noGrp="1"/>
          </p:cNvSpPr>
          <p:nvPr>
            <p:ph type="subTitle" idx="2"/>
          </p:nvPr>
        </p:nvSpPr>
        <p:spPr>
          <a:xfrm>
            <a:off x="1975600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Stages of Working</a:t>
            </a:r>
            <a:endParaRPr dirty="0"/>
          </a:p>
        </p:txBody>
      </p:sp>
      <p:sp>
        <p:nvSpPr>
          <p:cNvPr id="2681" name="Google Shape;2681;p43"/>
          <p:cNvSpPr txBox="1">
            <a:spLocks noGrp="1"/>
          </p:cNvSpPr>
          <p:nvPr>
            <p:ph type="title" idx="3"/>
          </p:nvPr>
        </p:nvSpPr>
        <p:spPr>
          <a:xfrm>
            <a:off x="1049261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682" name="Google Shape;2682;p43"/>
          <p:cNvSpPr txBox="1">
            <a:spLocks noGrp="1"/>
          </p:cNvSpPr>
          <p:nvPr>
            <p:ph type="title" idx="4"/>
          </p:nvPr>
        </p:nvSpPr>
        <p:spPr>
          <a:xfrm>
            <a:off x="4904736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683" name="Google Shape;2683;p43"/>
          <p:cNvSpPr txBox="1">
            <a:spLocks noGrp="1"/>
          </p:cNvSpPr>
          <p:nvPr>
            <p:ph type="title" idx="5"/>
          </p:nvPr>
        </p:nvSpPr>
        <p:spPr>
          <a:xfrm>
            <a:off x="1049261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684" name="Google Shape;2684;p43"/>
          <p:cNvSpPr txBox="1">
            <a:spLocks noGrp="1"/>
          </p:cNvSpPr>
          <p:nvPr>
            <p:ph type="title" idx="6"/>
          </p:nvPr>
        </p:nvSpPr>
        <p:spPr>
          <a:xfrm>
            <a:off x="4904736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686" name="Google Shape;2686;p43"/>
          <p:cNvSpPr txBox="1">
            <a:spLocks noGrp="1"/>
          </p:cNvSpPr>
          <p:nvPr>
            <p:ph type="subTitle" idx="8"/>
          </p:nvPr>
        </p:nvSpPr>
        <p:spPr>
          <a:xfrm>
            <a:off x="1975600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Team members</a:t>
            </a:r>
            <a:endParaRPr dirty="0"/>
          </a:p>
        </p:txBody>
      </p:sp>
      <p:sp>
        <p:nvSpPr>
          <p:cNvPr id="2688" name="Google Shape;2688;p43"/>
          <p:cNvSpPr txBox="1">
            <a:spLocks noGrp="1"/>
          </p:cNvSpPr>
          <p:nvPr>
            <p:ph type="subTitle" idx="13"/>
          </p:nvPr>
        </p:nvSpPr>
        <p:spPr>
          <a:xfrm>
            <a:off x="5831075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Technologies used</a:t>
            </a:r>
            <a:endParaRPr dirty="0"/>
          </a:p>
        </p:txBody>
      </p:sp>
      <p:sp>
        <p:nvSpPr>
          <p:cNvPr id="2690" name="Google Shape;2690;p43"/>
          <p:cNvSpPr txBox="1">
            <a:spLocks noGrp="1"/>
          </p:cNvSpPr>
          <p:nvPr>
            <p:ph type="subTitle" idx="15"/>
          </p:nvPr>
        </p:nvSpPr>
        <p:spPr>
          <a:xfrm>
            <a:off x="5831075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Idea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Google Shape;2678;p43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members</a:t>
            </a:r>
            <a:endParaRPr dirty="0"/>
          </a:p>
        </p:txBody>
      </p:sp>
      <p:sp>
        <p:nvSpPr>
          <p:cNvPr id="2679" name="Google Shape;2679;p43"/>
          <p:cNvSpPr txBox="1">
            <a:spLocks noGrp="1"/>
          </p:cNvSpPr>
          <p:nvPr>
            <p:ph type="subTitle" idx="1"/>
          </p:nvPr>
        </p:nvSpPr>
        <p:spPr>
          <a:xfrm>
            <a:off x="1975600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Front-End Developer</a:t>
            </a:r>
            <a:endParaRPr dirty="0"/>
          </a:p>
        </p:txBody>
      </p:sp>
      <p:sp>
        <p:nvSpPr>
          <p:cNvPr id="2680" name="Google Shape;2680;p43"/>
          <p:cNvSpPr txBox="1">
            <a:spLocks noGrp="1"/>
          </p:cNvSpPr>
          <p:nvPr>
            <p:ph type="subTitle" idx="2"/>
          </p:nvPr>
        </p:nvSpPr>
        <p:spPr>
          <a:xfrm>
            <a:off x="1975599" y="3063178"/>
            <a:ext cx="2596401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" dirty="0"/>
              <a:t>Dimitur </a:t>
            </a:r>
            <a:r>
              <a:rPr lang="en-US" dirty="0" err="1"/>
              <a:t>Bornusuzov</a:t>
            </a:r>
            <a:endParaRPr dirty="0"/>
          </a:p>
        </p:txBody>
      </p:sp>
      <p:sp>
        <p:nvSpPr>
          <p:cNvPr id="2685" name="Google Shape;2685;p43"/>
          <p:cNvSpPr txBox="1">
            <a:spLocks noGrp="1"/>
          </p:cNvSpPr>
          <p:nvPr>
            <p:ph type="subTitle" idx="7"/>
          </p:nvPr>
        </p:nvSpPr>
        <p:spPr>
          <a:xfrm>
            <a:off x="1975600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Scrum Trainer</a:t>
            </a:r>
            <a:endParaRPr dirty="0"/>
          </a:p>
        </p:txBody>
      </p:sp>
      <p:sp>
        <p:nvSpPr>
          <p:cNvPr id="2686" name="Google Shape;2686;p43"/>
          <p:cNvSpPr txBox="1">
            <a:spLocks noGrp="1"/>
          </p:cNvSpPr>
          <p:nvPr>
            <p:ph type="subTitle" idx="8"/>
          </p:nvPr>
        </p:nvSpPr>
        <p:spPr>
          <a:xfrm>
            <a:off x="1975600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Ivaylo Georgiev</a:t>
            </a:r>
            <a:endParaRPr dirty="0"/>
          </a:p>
        </p:txBody>
      </p:sp>
      <p:sp>
        <p:nvSpPr>
          <p:cNvPr id="2687" name="Google Shape;2687;p43"/>
          <p:cNvSpPr txBox="1">
            <a:spLocks noGrp="1"/>
          </p:cNvSpPr>
          <p:nvPr>
            <p:ph type="subTitle" idx="9"/>
          </p:nvPr>
        </p:nvSpPr>
        <p:spPr>
          <a:xfrm>
            <a:off x="5831075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Designer</a:t>
            </a:r>
            <a:endParaRPr dirty="0"/>
          </a:p>
        </p:txBody>
      </p:sp>
      <p:sp>
        <p:nvSpPr>
          <p:cNvPr id="2688" name="Google Shape;2688;p43"/>
          <p:cNvSpPr txBox="1">
            <a:spLocks noGrp="1"/>
          </p:cNvSpPr>
          <p:nvPr>
            <p:ph type="subTitle" idx="13"/>
          </p:nvPr>
        </p:nvSpPr>
        <p:spPr>
          <a:xfrm>
            <a:off x="5831075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Marin Marinov</a:t>
            </a:r>
            <a:endParaRPr dirty="0"/>
          </a:p>
        </p:txBody>
      </p:sp>
      <p:sp>
        <p:nvSpPr>
          <p:cNvPr id="2689" name="Google Shape;2689;p43"/>
          <p:cNvSpPr txBox="1">
            <a:spLocks noGrp="1"/>
          </p:cNvSpPr>
          <p:nvPr>
            <p:ph type="subTitle" idx="14"/>
          </p:nvPr>
        </p:nvSpPr>
        <p:spPr>
          <a:xfrm>
            <a:off x="5831075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Back-End Developer</a:t>
            </a:r>
            <a:endParaRPr dirty="0"/>
          </a:p>
        </p:txBody>
      </p:sp>
      <p:sp>
        <p:nvSpPr>
          <p:cNvPr id="2690" name="Google Shape;2690;p43"/>
          <p:cNvSpPr txBox="1">
            <a:spLocks noGrp="1"/>
          </p:cNvSpPr>
          <p:nvPr>
            <p:ph type="subTitle" idx="15"/>
          </p:nvPr>
        </p:nvSpPr>
        <p:spPr>
          <a:xfrm>
            <a:off x="5831075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Toma Ivanov</a:t>
            </a:r>
            <a:endParaRPr dirty="0"/>
          </a:p>
        </p:txBody>
      </p:sp>
      <p:pic>
        <p:nvPicPr>
          <p:cNvPr id="3" name="Picture 2" descr="A person in a white shirt&#10;&#10;AI-generated content may be incorrect.">
            <a:extLst>
              <a:ext uri="{FF2B5EF4-FFF2-40B4-BE49-F238E27FC236}">
                <a16:creationId xmlns:a16="http://schemas.microsoft.com/office/drawing/2014/main" id="{57F53A9A-EC1C-0B47-7288-2D891B65C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46" y="1365438"/>
            <a:ext cx="1241971" cy="12419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E6FDCD-4A69-033A-0490-23EC189C9F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0347" y="2850150"/>
            <a:ext cx="1241970" cy="12419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7DE7C8-6500-D27C-F829-CDB09C7AEB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1975" y="1365439"/>
            <a:ext cx="1241970" cy="12419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7855B2-7409-2B84-FECB-19C8D74D69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5019" y="2850150"/>
            <a:ext cx="1235881" cy="1241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p64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Idea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A1AB1-BEB2-32B2-C335-D8CE4CFFE7D1}"/>
              </a:ext>
            </a:extLst>
          </p:cNvPr>
          <p:cNvSpPr txBox="1"/>
          <p:nvPr/>
        </p:nvSpPr>
        <p:spPr>
          <a:xfrm>
            <a:off x="1652521" y="1694271"/>
            <a:ext cx="58389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Numeria</a:t>
            </a:r>
            <a:r>
              <a:rPr lang="en-US" sz="1600" dirty="0">
                <a:solidFill>
                  <a:schemeClr val="bg1"/>
                </a:solidFill>
              </a:rPr>
              <a:t> is an adventure game where the player must restore the shattered </a:t>
            </a:r>
            <a:r>
              <a:rPr lang="en-US" sz="1600" i="1" dirty="0">
                <a:solidFill>
                  <a:schemeClr val="bg1"/>
                </a:solidFill>
              </a:rPr>
              <a:t>Great Equation Stone</a:t>
            </a:r>
            <a:r>
              <a:rPr lang="en-US" sz="1600" dirty="0">
                <a:solidFill>
                  <a:schemeClr val="bg1"/>
                </a:solidFill>
              </a:rPr>
              <a:t> by traveling through different mathematical realms. Each area—like the </a:t>
            </a:r>
            <a:r>
              <a:rPr lang="en-US" sz="1600" b="1" dirty="0">
                <a:solidFill>
                  <a:schemeClr val="bg1"/>
                </a:solidFill>
              </a:rPr>
              <a:t>Village of Ones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b="1" dirty="0">
                <a:solidFill>
                  <a:schemeClr val="bg1"/>
                </a:solidFill>
              </a:rPr>
              <a:t>Forest of Division</a:t>
            </a:r>
            <a:r>
              <a:rPr lang="en-US" sz="1600" dirty="0">
                <a:solidFill>
                  <a:schemeClr val="bg1"/>
                </a:solidFill>
              </a:rPr>
              <a:t>, and </a:t>
            </a:r>
            <a:r>
              <a:rPr lang="en-US" sz="1600" b="1" dirty="0">
                <a:solidFill>
                  <a:schemeClr val="bg1"/>
                </a:solidFill>
              </a:rPr>
              <a:t>Mountains of Geometry</a:t>
            </a:r>
            <a:r>
              <a:rPr lang="en-US" sz="1600" dirty="0">
                <a:solidFill>
                  <a:schemeClr val="bg1"/>
                </a:solidFill>
              </a:rPr>
              <a:t>—contains story events and obstacles that unlock only when the player solves math puzzles.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The game’s purpose is to develop quick calculation skills and logical thinking through exploration instead of traditional exercises. In </a:t>
            </a:r>
            <a:r>
              <a:rPr lang="en-US" sz="1600" i="1" dirty="0">
                <a:solidFill>
                  <a:schemeClr val="bg1"/>
                </a:solidFill>
              </a:rPr>
              <a:t>Numeria</a:t>
            </a:r>
            <a:r>
              <a:rPr lang="en-US" sz="1600" dirty="0">
                <a:solidFill>
                  <a:schemeClr val="bg1"/>
                </a:solidFill>
              </a:rPr>
              <a:t>, the story progresses only when the player overcomes each mathematically-sealed challenge.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63"/>
          <p:cNvGrpSpPr/>
          <p:nvPr/>
        </p:nvGrpSpPr>
        <p:grpSpPr>
          <a:xfrm>
            <a:off x="1236724" y="1914613"/>
            <a:ext cx="795537" cy="795537"/>
            <a:chOff x="851175" y="1582401"/>
            <a:chExt cx="964872" cy="964872"/>
          </a:xfrm>
        </p:grpSpPr>
        <p:sp>
          <p:nvSpPr>
            <p:cNvPr id="3233" name="Google Shape;3233;p6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6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5" name="Google Shape;3235;p63"/>
          <p:cNvGrpSpPr/>
          <p:nvPr/>
        </p:nvGrpSpPr>
        <p:grpSpPr>
          <a:xfrm>
            <a:off x="3904024" y="1914614"/>
            <a:ext cx="795537" cy="795537"/>
            <a:chOff x="851175" y="1582401"/>
            <a:chExt cx="964872" cy="964872"/>
          </a:xfrm>
        </p:grpSpPr>
        <p:sp>
          <p:nvSpPr>
            <p:cNvPr id="3236" name="Google Shape;3236;p6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63"/>
            <p:cNvSpPr/>
            <p:nvPr/>
          </p:nvSpPr>
          <p:spPr>
            <a:xfrm>
              <a:off x="851175" y="1582401"/>
              <a:ext cx="964872" cy="964872"/>
            </a:xfrm>
            <a:custGeom>
              <a:avLst/>
              <a:gdLst/>
              <a:ahLst/>
              <a:cxnLst/>
              <a:rect l="l" t="t" r="r" b="b"/>
              <a:pathLst>
                <a:path w="18493" h="18493" extrusionOk="0">
                  <a:moveTo>
                    <a:pt x="3381" y="1"/>
                  </a:moveTo>
                  <a:lnTo>
                    <a:pt x="0" y="3382"/>
                  </a:lnTo>
                  <a:lnTo>
                    <a:pt x="0" y="15845"/>
                  </a:lnTo>
                  <a:lnTo>
                    <a:pt x="469" y="15845"/>
                  </a:lnTo>
                  <a:lnTo>
                    <a:pt x="469" y="17291"/>
                  </a:lnTo>
                  <a:lnTo>
                    <a:pt x="0" y="17291"/>
                  </a:lnTo>
                  <a:lnTo>
                    <a:pt x="0" y="18493"/>
                  </a:lnTo>
                  <a:lnTo>
                    <a:pt x="15967" y="18493"/>
                  </a:lnTo>
                  <a:lnTo>
                    <a:pt x="18492" y="15988"/>
                  </a:lnTo>
                  <a:lnTo>
                    <a:pt x="18492" y="12383"/>
                  </a:lnTo>
                  <a:lnTo>
                    <a:pt x="17942" y="12383"/>
                  </a:lnTo>
                  <a:lnTo>
                    <a:pt x="17942" y="10937"/>
                  </a:lnTo>
                  <a:lnTo>
                    <a:pt x="18492" y="10937"/>
                  </a:lnTo>
                  <a:lnTo>
                    <a:pt x="18492" y="9980"/>
                  </a:lnTo>
                  <a:lnTo>
                    <a:pt x="17942" y="9980"/>
                  </a:lnTo>
                  <a:lnTo>
                    <a:pt x="17942" y="8534"/>
                  </a:lnTo>
                  <a:lnTo>
                    <a:pt x="18492" y="8534"/>
                  </a:lnTo>
                  <a:lnTo>
                    <a:pt x="18492" y="7495"/>
                  </a:lnTo>
                  <a:lnTo>
                    <a:pt x="17392" y="7495"/>
                  </a:lnTo>
                  <a:lnTo>
                    <a:pt x="17392" y="3667"/>
                  </a:lnTo>
                  <a:lnTo>
                    <a:pt x="18492" y="3667"/>
                  </a:lnTo>
                  <a:lnTo>
                    <a:pt x="18492" y="1"/>
                  </a:lnTo>
                  <a:lnTo>
                    <a:pt x="10570" y="1"/>
                  </a:lnTo>
                  <a:lnTo>
                    <a:pt x="10570" y="917"/>
                  </a:lnTo>
                  <a:lnTo>
                    <a:pt x="8146" y="917"/>
                  </a:lnTo>
                  <a:lnTo>
                    <a:pt x="81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28588" algn="bl" rotWithShape="0">
                <a:schemeClr val="l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8" name="Google Shape;3238;p63"/>
          <p:cNvSpPr/>
          <p:nvPr/>
        </p:nvSpPr>
        <p:spPr>
          <a:xfrm>
            <a:off x="6567092" y="1914628"/>
            <a:ext cx="795523" cy="795523"/>
          </a:xfrm>
          <a:custGeom>
            <a:avLst/>
            <a:gdLst/>
            <a:ahLst/>
            <a:cxnLst/>
            <a:rect l="l" t="t" r="r" b="b"/>
            <a:pathLst>
              <a:path w="18493" h="18493" extrusionOk="0">
                <a:moveTo>
                  <a:pt x="3381" y="1"/>
                </a:moveTo>
                <a:lnTo>
                  <a:pt x="0" y="3382"/>
                </a:lnTo>
                <a:lnTo>
                  <a:pt x="0" y="15845"/>
                </a:lnTo>
                <a:lnTo>
                  <a:pt x="469" y="15845"/>
                </a:lnTo>
                <a:lnTo>
                  <a:pt x="469" y="17291"/>
                </a:lnTo>
                <a:lnTo>
                  <a:pt x="0" y="17291"/>
                </a:lnTo>
                <a:lnTo>
                  <a:pt x="0" y="18493"/>
                </a:lnTo>
                <a:lnTo>
                  <a:pt x="15967" y="18493"/>
                </a:lnTo>
                <a:lnTo>
                  <a:pt x="18492" y="15988"/>
                </a:lnTo>
                <a:lnTo>
                  <a:pt x="18492" y="12383"/>
                </a:lnTo>
                <a:lnTo>
                  <a:pt x="17942" y="12383"/>
                </a:lnTo>
                <a:lnTo>
                  <a:pt x="17942" y="10937"/>
                </a:lnTo>
                <a:lnTo>
                  <a:pt x="18492" y="10937"/>
                </a:lnTo>
                <a:lnTo>
                  <a:pt x="18492" y="9980"/>
                </a:lnTo>
                <a:lnTo>
                  <a:pt x="17942" y="9980"/>
                </a:lnTo>
                <a:lnTo>
                  <a:pt x="17942" y="8534"/>
                </a:lnTo>
                <a:lnTo>
                  <a:pt x="18492" y="8534"/>
                </a:lnTo>
                <a:lnTo>
                  <a:pt x="18492" y="7495"/>
                </a:lnTo>
                <a:lnTo>
                  <a:pt x="17392" y="7495"/>
                </a:lnTo>
                <a:lnTo>
                  <a:pt x="17392" y="3667"/>
                </a:lnTo>
                <a:lnTo>
                  <a:pt x="18492" y="3667"/>
                </a:lnTo>
                <a:lnTo>
                  <a:pt x="18492" y="1"/>
                </a:lnTo>
                <a:lnTo>
                  <a:pt x="10570" y="1"/>
                </a:lnTo>
                <a:lnTo>
                  <a:pt x="10570" y="917"/>
                </a:lnTo>
                <a:lnTo>
                  <a:pt x="8146" y="917"/>
                </a:lnTo>
                <a:lnTo>
                  <a:pt x="814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28588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0" name="Google Shape;3240;p63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Stages of Working</a:t>
            </a:r>
          </a:p>
        </p:txBody>
      </p:sp>
      <p:sp>
        <p:nvSpPr>
          <p:cNvPr id="3269" name="Google Shape;3269;p63"/>
          <p:cNvSpPr txBox="1">
            <a:spLocks noGrp="1"/>
          </p:cNvSpPr>
          <p:nvPr>
            <p:ph type="subTitle" idx="1"/>
          </p:nvPr>
        </p:nvSpPr>
        <p:spPr>
          <a:xfrm>
            <a:off x="713225" y="3335392"/>
            <a:ext cx="18510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 the idea.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 logo.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Make the Main Menu</a:t>
            </a:r>
            <a:endParaRPr dirty="0"/>
          </a:p>
        </p:txBody>
      </p:sp>
      <p:sp>
        <p:nvSpPr>
          <p:cNvPr id="3270" name="Google Shape;3270;p63"/>
          <p:cNvSpPr txBox="1">
            <a:spLocks noGrp="1"/>
          </p:cNvSpPr>
          <p:nvPr>
            <p:ph type="subTitle" idx="2"/>
          </p:nvPr>
        </p:nvSpPr>
        <p:spPr>
          <a:xfrm>
            <a:off x="713225" y="2908657"/>
            <a:ext cx="18510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First Week</a:t>
            </a:r>
            <a:endParaRPr dirty="0"/>
          </a:p>
        </p:txBody>
      </p:sp>
      <p:sp>
        <p:nvSpPr>
          <p:cNvPr id="3273" name="Google Shape;3273;p63"/>
          <p:cNvSpPr txBox="1">
            <a:spLocks noGrp="1"/>
          </p:cNvSpPr>
          <p:nvPr>
            <p:ph type="subTitle" idx="5"/>
          </p:nvPr>
        </p:nvSpPr>
        <p:spPr>
          <a:xfrm>
            <a:off x="6039353" y="3335392"/>
            <a:ext cx="18510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 the other 2 chapters.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Make the documentation, presentation and Read me</a:t>
            </a:r>
            <a:endParaRPr dirty="0"/>
          </a:p>
        </p:txBody>
      </p:sp>
      <p:sp>
        <p:nvSpPr>
          <p:cNvPr id="3274" name="Google Shape;3274;p63"/>
          <p:cNvSpPr txBox="1">
            <a:spLocks noGrp="1"/>
          </p:cNvSpPr>
          <p:nvPr>
            <p:ph type="subTitle" idx="6"/>
          </p:nvPr>
        </p:nvSpPr>
        <p:spPr>
          <a:xfrm>
            <a:off x="6039353" y="2909654"/>
            <a:ext cx="18510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Third Week</a:t>
            </a:r>
            <a:endParaRPr dirty="0"/>
          </a:p>
        </p:txBody>
      </p:sp>
      <p:sp>
        <p:nvSpPr>
          <p:cNvPr id="3275" name="Google Shape;3275;p63"/>
          <p:cNvSpPr txBox="1">
            <a:spLocks noGrp="1"/>
          </p:cNvSpPr>
          <p:nvPr>
            <p:ph type="subTitle" idx="7"/>
          </p:nvPr>
        </p:nvSpPr>
        <p:spPr>
          <a:xfrm>
            <a:off x="3376289" y="3335392"/>
            <a:ext cx="18510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 the first 4 chapters.</a:t>
            </a:r>
            <a:endParaRPr dirty="0"/>
          </a:p>
        </p:txBody>
      </p:sp>
      <p:sp>
        <p:nvSpPr>
          <p:cNvPr id="3276" name="Google Shape;3276;p63"/>
          <p:cNvSpPr txBox="1">
            <a:spLocks noGrp="1"/>
          </p:cNvSpPr>
          <p:nvPr>
            <p:ph type="subTitle" idx="8"/>
          </p:nvPr>
        </p:nvSpPr>
        <p:spPr>
          <a:xfrm>
            <a:off x="3376292" y="2908657"/>
            <a:ext cx="18510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Second Week</a:t>
            </a:r>
            <a:endParaRPr dirty="0"/>
          </a:p>
        </p:txBody>
      </p:sp>
      <p:sp>
        <p:nvSpPr>
          <p:cNvPr id="6" name="Google Shape;2683;p43">
            <a:extLst>
              <a:ext uri="{FF2B5EF4-FFF2-40B4-BE49-F238E27FC236}">
                <a16:creationId xmlns:a16="http://schemas.microsoft.com/office/drawing/2014/main" id="{E89E2053-DEED-D192-51C7-5AF8DDB15BE3}"/>
              </a:ext>
            </a:extLst>
          </p:cNvPr>
          <p:cNvSpPr txBox="1">
            <a:spLocks/>
          </p:cNvSpPr>
          <p:nvPr/>
        </p:nvSpPr>
        <p:spPr>
          <a:xfrm>
            <a:off x="1228261" y="2048040"/>
            <a:ext cx="8040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/>
            <a:r>
              <a:rPr lang="en" sz="3200" dirty="0">
                <a:latin typeface="Play" panose="020B0604020202020204" charset="0"/>
              </a:rPr>
              <a:t>01</a:t>
            </a:r>
          </a:p>
        </p:txBody>
      </p:sp>
      <p:sp>
        <p:nvSpPr>
          <p:cNvPr id="9" name="Google Shape;2683;p43">
            <a:extLst>
              <a:ext uri="{FF2B5EF4-FFF2-40B4-BE49-F238E27FC236}">
                <a16:creationId xmlns:a16="http://schemas.microsoft.com/office/drawing/2014/main" id="{122F2A51-E65E-BBE2-D501-F40C6EFB2C58}"/>
              </a:ext>
            </a:extLst>
          </p:cNvPr>
          <p:cNvSpPr txBox="1">
            <a:spLocks/>
          </p:cNvSpPr>
          <p:nvPr/>
        </p:nvSpPr>
        <p:spPr>
          <a:xfrm>
            <a:off x="3899789" y="2033081"/>
            <a:ext cx="8040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/>
            <a:r>
              <a:rPr lang="en" sz="3200" dirty="0">
                <a:latin typeface="Play" panose="020B0604020202020204" charset="0"/>
              </a:rPr>
              <a:t>02</a:t>
            </a:r>
          </a:p>
        </p:txBody>
      </p:sp>
      <p:sp>
        <p:nvSpPr>
          <p:cNvPr id="10" name="Google Shape;2683;p43">
            <a:extLst>
              <a:ext uri="{FF2B5EF4-FFF2-40B4-BE49-F238E27FC236}">
                <a16:creationId xmlns:a16="http://schemas.microsoft.com/office/drawing/2014/main" id="{85039724-9823-1D27-3DB7-8B7E773C72D5}"/>
              </a:ext>
            </a:extLst>
          </p:cNvPr>
          <p:cNvSpPr txBox="1">
            <a:spLocks/>
          </p:cNvSpPr>
          <p:nvPr/>
        </p:nvSpPr>
        <p:spPr>
          <a:xfrm>
            <a:off x="6558615" y="2033081"/>
            <a:ext cx="8040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/>
            <a:r>
              <a:rPr lang="en" sz="3200" dirty="0">
                <a:latin typeface="Play" panose="020B0604020202020204" charset="0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2" name="Google Shape;3302;p66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Technologies used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D275F6-5D14-3F7A-95AC-258F2FF63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343" y="1309105"/>
            <a:ext cx="1044900" cy="117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 transparent background 46437248 PNG">
            <a:extLst>
              <a:ext uri="{FF2B5EF4-FFF2-40B4-BE49-F238E27FC236}">
                <a16:creationId xmlns:a16="http://schemas.microsoft.com/office/drawing/2014/main" id="{F303DE8A-E4E1-CC7C-B1C9-45302E187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765" y="1017725"/>
            <a:ext cx="1828389" cy="182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wnload Microsoft PowerPoint Logo in SVG Vector or PNG File Format - Logo .wine">
            <a:extLst>
              <a:ext uri="{FF2B5EF4-FFF2-40B4-BE49-F238E27FC236}">
                <a16:creationId xmlns:a16="http://schemas.microsoft.com/office/drawing/2014/main" id="{FFEB2B12-576E-7D54-0FE2-E0FEBBA0C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295" y="1232850"/>
            <a:ext cx="2196449" cy="146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ownload Microsoft Word (Multi-Tool Word) Logo in SVG Vector or PNG File  Format - Logo.wine">
            <a:extLst>
              <a:ext uri="{FF2B5EF4-FFF2-40B4-BE49-F238E27FC236}">
                <a16:creationId xmlns:a16="http://schemas.microsoft.com/office/drawing/2014/main" id="{34A5A13C-E460-AF90-1322-25E57D2FF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25" y="3072847"/>
            <a:ext cx="2455806" cy="1637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49E1851-D802-BE19-E0C4-4F24EDE72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140" y="3309670"/>
            <a:ext cx="1400381" cy="140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3" descr="Icon&#10;&#10;Description automatically generated">
            <a:extLst>
              <a:ext uri="{FF2B5EF4-FFF2-40B4-BE49-F238E27FC236}">
                <a16:creationId xmlns:a16="http://schemas.microsoft.com/office/drawing/2014/main" id="{C1C3567E-47D0-4E35-BEFA-A9CB1753B4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872937" y="3309670"/>
            <a:ext cx="1234584" cy="11481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Google Shape;3421;p72"/>
          <p:cNvSpPr txBox="1">
            <a:spLocks noGrp="1"/>
          </p:cNvSpPr>
          <p:nvPr>
            <p:ph type="title"/>
          </p:nvPr>
        </p:nvSpPr>
        <p:spPr>
          <a:xfrm>
            <a:off x="1487389" y="1570478"/>
            <a:ext cx="3597728" cy="16661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400" b="0" dirty="0"/>
              <a:t>Let’s see the project!</a:t>
            </a:r>
            <a:endParaRPr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Computer Science &amp; Programming by Slidesgo">
  <a:themeElements>
    <a:clrScheme name="Simple Light">
      <a:dk1>
        <a:srgbClr val="000304"/>
      </a:dk1>
      <a:lt1>
        <a:srgbClr val="FFFFFF"/>
      </a:lt1>
      <a:dk2>
        <a:srgbClr val="00A4FF"/>
      </a:dk2>
      <a:lt2>
        <a:srgbClr val="E63B00"/>
      </a:lt2>
      <a:accent1>
        <a:srgbClr val="00E9FF"/>
      </a:accent1>
      <a:accent2>
        <a:srgbClr val="FFFFFF"/>
      </a:accent2>
      <a:accent3>
        <a:srgbClr val="91A7A8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173</Words>
  <Application>Microsoft Office PowerPoint</Application>
  <PresentationFormat>On-screen Show (16:9)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Source Sans Pro</vt:lpstr>
      <vt:lpstr>Play</vt:lpstr>
      <vt:lpstr>Computer Science &amp; Mathematics Major For College: Computer Science &amp; Programming by Slidesgo</vt:lpstr>
      <vt:lpstr>CodeCraft</vt:lpstr>
      <vt:lpstr>Table of Contents</vt:lpstr>
      <vt:lpstr>Team members</vt:lpstr>
      <vt:lpstr>Idea</vt:lpstr>
      <vt:lpstr>Stages of Working</vt:lpstr>
      <vt:lpstr>Technologies used</vt:lpstr>
      <vt:lpstr>Let’s see the project!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Ivaylo Georgiev</cp:lastModifiedBy>
  <cp:revision>3</cp:revision>
  <dcterms:modified xsi:type="dcterms:W3CDTF">2025-12-05T16:06:24Z</dcterms:modified>
</cp:coreProperties>
</file>